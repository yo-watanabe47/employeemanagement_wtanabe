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7" r:id="rId5"/>
    <p:sldId id="266" r:id="rId6"/>
    <p:sldId id="268" r:id="rId7"/>
    <p:sldId id="271" r:id="rId8"/>
    <p:sldId id="269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0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渡邉 陽太" userId="8f833270-25ab-4a5c-8038-8d5c206581d1" providerId="ADAL" clId="{C2C2D480-42C8-406F-A239-4D344543463B}"/>
    <pc:docChg chg="undo custSel addSld delSld modSld sldOrd modMainMaster">
      <pc:chgData name="渡邉 陽太" userId="8f833270-25ab-4a5c-8038-8d5c206581d1" providerId="ADAL" clId="{C2C2D480-42C8-406F-A239-4D344543463B}" dt="2026-05-28T00:11:52.280" v="4187" actId="47"/>
      <pc:docMkLst>
        <pc:docMk/>
      </pc:docMkLst>
      <pc:sldChg chg="del">
        <pc:chgData name="渡邉 陽太" userId="8f833270-25ab-4a5c-8038-8d5c206581d1" providerId="ADAL" clId="{C2C2D480-42C8-406F-A239-4D344543463B}" dt="2026-05-28T00:11:51.280" v="4186" actId="47"/>
        <pc:sldMkLst>
          <pc:docMk/>
          <pc:sldMk cId="2767659109" sldId="256"/>
        </pc:sldMkLst>
      </pc:sldChg>
      <pc:sldChg chg="addSp modSp del mod">
        <pc:chgData name="渡邉 陽太" userId="8f833270-25ab-4a5c-8038-8d5c206581d1" providerId="ADAL" clId="{C2C2D480-42C8-406F-A239-4D344543463B}" dt="2026-05-28T00:11:52.280" v="4187" actId="47"/>
        <pc:sldMkLst>
          <pc:docMk/>
          <pc:sldMk cId="1436024179" sldId="257"/>
        </pc:sldMkLst>
      </pc:sldChg>
      <pc:sldChg chg="addSp delSp modSp add mod setBg">
        <pc:chgData name="渡邉 陽太" userId="8f833270-25ab-4a5c-8038-8d5c206581d1" providerId="ADAL" clId="{C2C2D480-42C8-406F-A239-4D344543463B}" dt="2026-05-22T06:45:58.050" v="4151" actId="1076"/>
        <pc:sldMkLst>
          <pc:docMk/>
          <pc:sldMk cId="3853963977" sldId="262"/>
        </pc:sldMkLst>
        <pc:spChg chg="mod">
          <ac:chgData name="渡邉 陽太" userId="8f833270-25ab-4a5c-8038-8d5c206581d1" providerId="ADAL" clId="{C2C2D480-42C8-406F-A239-4D344543463B}" dt="2026-05-22T06:45:46.313" v="4148" actId="1076"/>
          <ac:spMkLst>
            <pc:docMk/>
            <pc:sldMk cId="3853963977" sldId="262"/>
            <ac:spMk id="2" creationId="{6AC321FC-265A-FA88-8A36-207CF00F00AB}"/>
          </ac:spMkLst>
        </pc:spChg>
        <pc:spChg chg="mod ord">
          <ac:chgData name="渡邉 陽太" userId="8f833270-25ab-4a5c-8038-8d5c206581d1" providerId="ADAL" clId="{C2C2D480-42C8-406F-A239-4D344543463B}" dt="2026-05-22T06:05:33.289" v="2608"/>
          <ac:spMkLst>
            <pc:docMk/>
            <pc:sldMk cId="3853963977" sldId="262"/>
            <ac:spMk id="4" creationId="{B3EBC2A0-A7A6-1CF8-E3AF-815BEBD53A1F}"/>
          </ac:spMkLst>
        </pc:spChg>
        <pc:spChg chg="mod">
          <ac:chgData name="渡邉 陽太" userId="8f833270-25ab-4a5c-8038-8d5c206581d1" providerId="ADAL" clId="{C2C2D480-42C8-406F-A239-4D344543463B}" dt="2026-05-22T05:57:10.356" v="2451" actId="1076"/>
          <ac:spMkLst>
            <pc:docMk/>
            <pc:sldMk cId="3853963977" sldId="262"/>
            <ac:spMk id="17" creationId="{2E529343-781E-D33D-40DC-F762DADBB804}"/>
          </ac:spMkLst>
        </pc:spChg>
        <pc:spChg chg="mod">
          <ac:chgData name="渡邉 陽太" userId="8f833270-25ab-4a5c-8038-8d5c206581d1" providerId="ADAL" clId="{C2C2D480-42C8-406F-A239-4D344543463B}" dt="2026-05-22T06:19:31.147" v="2996" actId="207"/>
          <ac:spMkLst>
            <pc:docMk/>
            <pc:sldMk cId="3853963977" sldId="262"/>
            <ac:spMk id="18" creationId="{C28D7CC7-87BE-A28F-D106-E4B9BFE468DB}"/>
          </ac:spMkLst>
        </pc:spChg>
        <pc:spChg chg="mod">
          <ac:chgData name="渡邉 陽太" userId="8f833270-25ab-4a5c-8038-8d5c206581d1" providerId="ADAL" clId="{C2C2D480-42C8-406F-A239-4D344543463B}" dt="2026-05-22T05:57:26.147" v="2483" actId="20577"/>
          <ac:spMkLst>
            <pc:docMk/>
            <pc:sldMk cId="3853963977" sldId="262"/>
            <ac:spMk id="23" creationId="{F6BE5278-DD81-2463-7CAD-262C65630294}"/>
          </ac:spMkLst>
        </pc:spChg>
        <pc:spChg chg="mod">
          <ac:chgData name="渡邉 陽太" userId="8f833270-25ab-4a5c-8038-8d5c206581d1" providerId="ADAL" clId="{C2C2D480-42C8-406F-A239-4D344543463B}" dt="2026-05-22T06:19:30.516" v="2994" actId="207"/>
          <ac:spMkLst>
            <pc:docMk/>
            <pc:sldMk cId="3853963977" sldId="262"/>
            <ac:spMk id="24" creationId="{736E9709-A9D6-C11F-C751-55FF7F606DA8}"/>
          </ac:spMkLst>
        </pc:spChg>
        <pc:spChg chg="add mod">
          <ac:chgData name="渡邉 陽太" userId="8f833270-25ab-4a5c-8038-8d5c206581d1" providerId="ADAL" clId="{C2C2D480-42C8-406F-A239-4D344543463B}" dt="2026-05-22T06:05:33.289" v="2608"/>
          <ac:spMkLst>
            <pc:docMk/>
            <pc:sldMk cId="3853963977" sldId="262"/>
            <ac:spMk id="25" creationId="{423A1587-A088-CEE4-11DB-C279E4BD80D2}"/>
          </ac:spMkLst>
        </pc:spChg>
        <pc:spChg chg="add mod">
          <ac:chgData name="渡邉 陽太" userId="8f833270-25ab-4a5c-8038-8d5c206581d1" providerId="ADAL" clId="{C2C2D480-42C8-406F-A239-4D344543463B}" dt="2026-05-22T06:08:01.120" v="2639" actId="164"/>
          <ac:spMkLst>
            <pc:docMk/>
            <pc:sldMk cId="3853963977" sldId="262"/>
            <ac:spMk id="32" creationId="{0B4F9D1E-4EBC-F7FC-F3F3-8F3D4A332894}"/>
          </ac:spMkLst>
        </pc:spChg>
        <pc:spChg chg="add mod">
          <ac:chgData name="渡邉 陽太" userId="8f833270-25ab-4a5c-8038-8d5c206581d1" providerId="ADAL" clId="{C2C2D480-42C8-406F-A239-4D344543463B}" dt="2026-05-22T06:08:19.063" v="2643" actId="164"/>
          <ac:spMkLst>
            <pc:docMk/>
            <pc:sldMk cId="3853963977" sldId="262"/>
            <ac:spMk id="35" creationId="{D7D1B3CD-3FF6-8A2F-E378-7AF32529C7EA}"/>
          </ac:spMkLst>
        </pc:spChg>
        <pc:spChg chg="add mod ord">
          <ac:chgData name="渡邉 陽太" userId="8f833270-25ab-4a5c-8038-8d5c206581d1" providerId="ADAL" clId="{C2C2D480-42C8-406F-A239-4D344543463B}" dt="2026-05-22T06:45:20.073" v="4144" actId="14100"/>
          <ac:spMkLst>
            <pc:docMk/>
            <pc:sldMk cId="3853963977" sldId="262"/>
            <ac:spMk id="37" creationId="{7F061BA3-58CB-A067-565D-59D7CD7C5233}"/>
          </ac:spMkLst>
        </pc:spChg>
        <pc:grpChg chg="add mod">
          <ac:chgData name="渡邉 陽太" userId="8f833270-25ab-4a5c-8038-8d5c206581d1" providerId="ADAL" clId="{C2C2D480-42C8-406F-A239-4D344543463B}" dt="2026-05-22T06:08:01.120" v="2639" actId="164"/>
          <ac:grpSpMkLst>
            <pc:docMk/>
            <pc:sldMk cId="3853963977" sldId="262"/>
            <ac:grpSpMk id="16" creationId="{B52DEA1C-6663-A4E8-27F4-52924C456BF8}"/>
          </ac:grpSpMkLst>
        </pc:grpChg>
        <pc:grpChg chg="add del mod">
          <ac:chgData name="渡邉 陽太" userId="8f833270-25ab-4a5c-8038-8d5c206581d1" providerId="ADAL" clId="{C2C2D480-42C8-406F-A239-4D344543463B}" dt="2026-05-22T06:08:19.063" v="2643" actId="164"/>
          <ac:grpSpMkLst>
            <pc:docMk/>
            <pc:sldMk cId="3853963977" sldId="262"/>
            <ac:grpSpMk id="22" creationId="{DC855D62-36FC-087A-F4F8-1672A1FBBFF2}"/>
          </ac:grpSpMkLst>
        </pc:grpChg>
        <pc:grpChg chg="add mod">
          <ac:chgData name="渡邉 陽太" userId="8f833270-25ab-4a5c-8038-8d5c206581d1" providerId="ADAL" clId="{C2C2D480-42C8-406F-A239-4D344543463B}" dt="2026-05-22T06:45:22.985" v="4145" actId="1076"/>
          <ac:grpSpMkLst>
            <pc:docMk/>
            <pc:sldMk cId="3853963977" sldId="262"/>
            <ac:grpSpMk id="26" creationId="{49661A5F-94EE-ED18-2419-D83C0E553C0C}"/>
          </ac:grpSpMkLst>
        </pc:grpChg>
        <pc:grpChg chg="add mod">
          <ac:chgData name="渡邉 陽太" userId="8f833270-25ab-4a5c-8038-8d5c206581d1" providerId="ADAL" clId="{C2C2D480-42C8-406F-A239-4D344543463B}" dt="2026-05-22T06:45:55.898" v="4150" actId="1076"/>
          <ac:grpSpMkLst>
            <pc:docMk/>
            <pc:sldMk cId="3853963977" sldId="262"/>
            <ac:grpSpMk id="33" creationId="{FA7FC8C4-1A96-A7DF-6189-E86D2DE83B79}"/>
          </ac:grpSpMkLst>
        </pc:grpChg>
        <pc:grpChg chg="add mod">
          <ac:chgData name="渡邉 陽太" userId="8f833270-25ab-4a5c-8038-8d5c206581d1" providerId="ADAL" clId="{C2C2D480-42C8-406F-A239-4D344543463B}" dt="2026-05-22T06:45:58.050" v="4151" actId="1076"/>
          <ac:grpSpMkLst>
            <pc:docMk/>
            <pc:sldMk cId="3853963977" sldId="262"/>
            <ac:grpSpMk id="36" creationId="{EFD2FDE4-BCD9-D777-1B00-85898B69E701}"/>
          </ac:grpSpMkLst>
        </pc:grpChg>
      </pc:sldChg>
      <pc:sldChg chg="addSp delSp modSp add mod setBg">
        <pc:chgData name="渡邉 陽太" userId="8f833270-25ab-4a5c-8038-8d5c206581d1" providerId="ADAL" clId="{C2C2D480-42C8-406F-A239-4D344543463B}" dt="2026-05-22T06:46:49.876" v="4171" actId="20577"/>
        <pc:sldMkLst>
          <pc:docMk/>
          <pc:sldMk cId="3267608429" sldId="263"/>
        </pc:sldMkLst>
        <pc:spChg chg="mod">
          <ac:chgData name="渡邉 陽太" userId="8f833270-25ab-4a5c-8038-8d5c206581d1" providerId="ADAL" clId="{C2C2D480-42C8-406F-A239-4D344543463B}" dt="2026-05-22T06:46:42.298" v="4159" actId="1076"/>
          <ac:spMkLst>
            <pc:docMk/>
            <pc:sldMk cId="3267608429" sldId="263"/>
            <ac:spMk id="4" creationId="{181B74F5-FC3D-15D4-04E7-E35A23AB14A8}"/>
          </ac:spMkLst>
        </pc:spChg>
        <pc:spChg chg="add mod ord">
          <ac:chgData name="渡邉 陽太" userId="8f833270-25ab-4a5c-8038-8d5c206581d1" providerId="ADAL" clId="{C2C2D480-42C8-406F-A239-4D344543463B}" dt="2026-05-22T06:12:20.856" v="2699" actId="1076"/>
          <ac:spMkLst>
            <pc:docMk/>
            <pc:sldMk cId="3267608429" sldId="263"/>
            <ac:spMk id="5" creationId="{DE0CF6A0-11C7-DC53-F054-9F544BCA7322}"/>
          </ac:spMkLst>
        </pc:spChg>
        <pc:spChg chg="add mod">
          <ac:chgData name="渡邉 陽太" userId="8f833270-25ab-4a5c-8038-8d5c206581d1" providerId="ADAL" clId="{C2C2D480-42C8-406F-A239-4D344543463B}" dt="2026-05-22T06:44:59.479" v="4136" actId="1076"/>
          <ac:spMkLst>
            <pc:docMk/>
            <pc:sldMk cId="3267608429" sldId="263"/>
            <ac:spMk id="6" creationId="{AAA0CE47-7472-B1B3-C5EF-9B87264B5E58}"/>
          </ac:spMkLst>
        </pc:spChg>
        <pc:spChg chg="mod">
          <ac:chgData name="渡邉 陽太" userId="8f833270-25ab-4a5c-8038-8d5c206581d1" providerId="ADAL" clId="{C2C2D480-42C8-406F-A239-4D344543463B}" dt="2026-05-22T06:43:24.697" v="4093" actId="20577"/>
          <ac:spMkLst>
            <pc:docMk/>
            <pc:sldMk cId="3267608429" sldId="263"/>
            <ac:spMk id="7" creationId="{601A5EE5-93D2-2D08-9543-AE7258FDC134}"/>
          </ac:spMkLst>
        </pc:spChg>
        <pc:spChg chg="add mod">
          <ac:chgData name="渡邉 陽太" userId="8f833270-25ab-4a5c-8038-8d5c206581d1" providerId="ADAL" clId="{C2C2D480-42C8-406F-A239-4D344543463B}" dt="2026-05-22T06:16:38.354" v="2920" actId="164"/>
          <ac:spMkLst>
            <pc:docMk/>
            <pc:sldMk cId="3267608429" sldId="263"/>
            <ac:spMk id="10" creationId="{8D224CDA-F483-6F3F-6F67-3E766C75D2E0}"/>
          </ac:spMkLst>
        </pc:spChg>
        <pc:spChg chg="add mod">
          <ac:chgData name="渡邉 陽太" userId="8f833270-25ab-4a5c-8038-8d5c206581d1" providerId="ADAL" clId="{C2C2D480-42C8-406F-A239-4D344543463B}" dt="2026-05-22T06:16:38.354" v="2920" actId="164"/>
          <ac:spMkLst>
            <pc:docMk/>
            <pc:sldMk cId="3267608429" sldId="263"/>
            <ac:spMk id="13" creationId="{01E1B27C-A53D-5F9D-811F-64DEDBC2705E}"/>
          </ac:spMkLst>
        </pc:spChg>
        <pc:spChg chg="mod">
          <ac:chgData name="渡邉 陽太" userId="8f833270-25ab-4a5c-8038-8d5c206581d1" providerId="ADAL" clId="{C2C2D480-42C8-406F-A239-4D344543463B}" dt="2026-05-22T06:17:06.467" v="2982" actId="20577"/>
          <ac:spMkLst>
            <pc:docMk/>
            <pc:sldMk cId="3267608429" sldId="263"/>
            <ac:spMk id="20" creationId="{2414A52A-232C-C24D-2D10-47321B22B623}"/>
          </ac:spMkLst>
        </pc:spChg>
        <pc:spChg chg="mod">
          <ac:chgData name="渡邉 陽太" userId="8f833270-25ab-4a5c-8038-8d5c206581d1" providerId="ADAL" clId="{C2C2D480-42C8-406F-A239-4D344543463B}" dt="2026-05-22T06:17:01.727" v="2971" actId="20577"/>
          <ac:spMkLst>
            <pc:docMk/>
            <pc:sldMk cId="3267608429" sldId="263"/>
            <ac:spMk id="21" creationId="{7EA1B989-A739-CC2E-C1BC-CD67A5AEC4A0}"/>
          </ac:spMkLst>
        </pc:spChg>
        <pc:spChg chg="add mod">
          <ac:chgData name="渡邉 陽太" userId="8f833270-25ab-4a5c-8038-8d5c206581d1" providerId="ADAL" clId="{C2C2D480-42C8-406F-A239-4D344543463B}" dt="2026-05-22T06:22:35.081" v="3130" actId="20577"/>
          <ac:spMkLst>
            <pc:docMk/>
            <pc:sldMk cId="3267608429" sldId="263"/>
            <ac:spMk id="23" creationId="{D0122F5B-9135-5B94-DD24-D685D0E40D41}"/>
          </ac:spMkLst>
        </pc:spChg>
        <pc:spChg chg="add mod">
          <ac:chgData name="渡邉 陽太" userId="8f833270-25ab-4a5c-8038-8d5c206581d1" providerId="ADAL" clId="{C2C2D480-42C8-406F-A239-4D344543463B}" dt="2026-05-22T06:22:54.947" v="3150" actId="1076"/>
          <ac:spMkLst>
            <pc:docMk/>
            <pc:sldMk cId="3267608429" sldId="263"/>
            <ac:spMk id="24" creationId="{F90B32D8-AAB7-4A50-5C0D-23B797969D22}"/>
          </ac:spMkLst>
        </pc:spChg>
        <pc:spChg chg="add mod">
          <ac:chgData name="渡邉 陽太" userId="8f833270-25ab-4a5c-8038-8d5c206581d1" providerId="ADAL" clId="{C2C2D480-42C8-406F-A239-4D344543463B}" dt="2026-05-22T06:24:48.460" v="3365" actId="14100"/>
          <ac:spMkLst>
            <pc:docMk/>
            <pc:sldMk cId="3267608429" sldId="263"/>
            <ac:spMk id="25" creationId="{C6C79851-1B77-1A88-BA59-36F564D66997}"/>
          </ac:spMkLst>
        </pc:spChg>
        <pc:spChg chg="add mod">
          <ac:chgData name="渡邉 陽太" userId="8f833270-25ab-4a5c-8038-8d5c206581d1" providerId="ADAL" clId="{C2C2D480-42C8-406F-A239-4D344543463B}" dt="2026-05-22T06:46:49.876" v="4171" actId="20577"/>
          <ac:spMkLst>
            <pc:docMk/>
            <pc:sldMk cId="3267608429" sldId="263"/>
            <ac:spMk id="26" creationId="{1F388CAD-9420-C0D4-4497-953E719BF790}"/>
          </ac:spMkLst>
        </pc:spChg>
        <pc:grpChg chg="add mod">
          <ac:chgData name="渡邉 陽太" userId="8f833270-25ab-4a5c-8038-8d5c206581d1" providerId="ADAL" clId="{C2C2D480-42C8-406F-A239-4D344543463B}" dt="2026-05-22T06:17:15.446" v="2985" actId="1076"/>
          <ac:grpSpMkLst>
            <pc:docMk/>
            <pc:sldMk cId="3267608429" sldId="263"/>
            <ac:grpSpMk id="18" creationId="{BEA6A3FF-C84E-D9F9-A565-9C12BC8AF582}"/>
          </ac:grpSpMkLst>
        </pc:grpChg>
        <pc:grpChg chg="add mod">
          <ac:chgData name="渡邉 陽太" userId="8f833270-25ab-4a5c-8038-8d5c206581d1" providerId="ADAL" clId="{C2C2D480-42C8-406F-A239-4D344543463B}" dt="2026-05-22T06:17:18.629" v="2986" actId="1076"/>
          <ac:grpSpMkLst>
            <pc:docMk/>
            <pc:sldMk cId="3267608429" sldId="263"/>
            <ac:grpSpMk id="19" creationId="{7E8904BF-FBD4-5CAE-5AA7-C231B54A9ABD}"/>
          </ac:grpSpMkLst>
        </pc:grpChg>
      </pc:sldChg>
      <pc:sldChg chg="addSp delSp modSp add mod">
        <pc:chgData name="渡邉 陽太" userId="8f833270-25ab-4a5c-8038-8d5c206581d1" providerId="ADAL" clId="{C2C2D480-42C8-406F-A239-4D344543463B}" dt="2026-05-25T02:15:36.154" v="4185"/>
        <pc:sldMkLst>
          <pc:docMk/>
          <pc:sldMk cId="4106471842" sldId="264"/>
        </pc:sldMkLst>
        <pc:spChg chg="add mod">
          <ac:chgData name="渡邉 陽太" userId="8f833270-25ab-4a5c-8038-8d5c206581d1" providerId="ADAL" clId="{C2C2D480-42C8-406F-A239-4D344543463B}" dt="2026-05-25T02:15:36.154" v="4185"/>
          <ac:spMkLst>
            <pc:docMk/>
            <pc:sldMk cId="4106471842" sldId="264"/>
            <ac:spMk id="2" creationId="{AA49C46B-EE95-FCBC-71B9-E0CEF233183C}"/>
          </ac:spMkLst>
        </pc:spChg>
        <pc:spChg chg="mod">
          <ac:chgData name="渡邉 陽太" userId="8f833270-25ab-4a5c-8038-8d5c206581d1" providerId="ADAL" clId="{C2C2D480-42C8-406F-A239-4D344543463B}" dt="2026-05-22T06:35:03.726" v="3755" actId="1076"/>
          <ac:spMkLst>
            <pc:docMk/>
            <pc:sldMk cId="4106471842" sldId="264"/>
            <ac:spMk id="4" creationId="{A51E2ED8-F2D4-86DA-7850-5F2967DDBE98}"/>
          </ac:spMkLst>
        </pc:spChg>
        <pc:spChg chg="mod">
          <ac:chgData name="渡邉 陽太" userId="8f833270-25ab-4a5c-8038-8d5c206581d1" providerId="ADAL" clId="{C2C2D480-42C8-406F-A239-4D344543463B}" dt="2026-05-22T06:34:06.565" v="3734" actId="14100"/>
          <ac:spMkLst>
            <pc:docMk/>
            <pc:sldMk cId="4106471842" sldId="264"/>
            <ac:spMk id="23" creationId="{368BA21E-F1B9-5D50-E913-F39D26E372E2}"/>
          </ac:spMkLst>
        </pc:spChg>
        <pc:spChg chg="mod">
          <ac:chgData name="渡邉 陽太" userId="8f833270-25ab-4a5c-8038-8d5c206581d1" providerId="ADAL" clId="{C2C2D480-42C8-406F-A239-4D344543463B}" dt="2026-05-22T06:32:03.883" v="3637" actId="164"/>
          <ac:spMkLst>
            <pc:docMk/>
            <pc:sldMk cId="4106471842" sldId="264"/>
            <ac:spMk id="24" creationId="{9462E65B-2969-A618-C452-8F5EEC834CBA}"/>
          </ac:spMkLst>
        </pc:spChg>
        <pc:spChg chg="add mod">
          <ac:chgData name="渡邉 陽太" userId="8f833270-25ab-4a5c-8038-8d5c206581d1" providerId="ADAL" clId="{C2C2D480-42C8-406F-A239-4D344543463B}" dt="2026-05-22T06:32:03.883" v="3637" actId="164"/>
          <ac:spMkLst>
            <pc:docMk/>
            <pc:sldMk cId="4106471842" sldId="264"/>
            <ac:spMk id="30" creationId="{1A8A2D00-5F1F-4927-34F1-D88A36A50EFE}"/>
          </ac:spMkLst>
        </pc:spChg>
        <pc:spChg chg="mod">
          <ac:chgData name="渡邉 陽太" userId="8f833270-25ab-4a5c-8038-8d5c206581d1" providerId="ADAL" clId="{C2C2D480-42C8-406F-A239-4D344543463B}" dt="2026-05-22T06:32:51.850" v="3656"/>
          <ac:spMkLst>
            <pc:docMk/>
            <pc:sldMk cId="4106471842" sldId="264"/>
            <ac:spMk id="36" creationId="{D27E0CFA-FAB0-86D0-5C29-9EE56B10BA30}"/>
          </ac:spMkLst>
        </pc:spChg>
        <pc:spChg chg="mod">
          <ac:chgData name="渡邉 陽太" userId="8f833270-25ab-4a5c-8038-8d5c206581d1" providerId="ADAL" clId="{C2C2D480-42C8-406F-A239-4D344543463B}" dt="2026-05-22T06:32:54.937" v="3658" actId="122"/>
          <ac:spMkLst>
            <pc:docMk/>
            <pc:sldMk cId="4106471842" sldId="264"/>
            <ac:spMk id="37" creationId="{3162B5ED-F86B-B946-1408-47793AC7EB5B}"/>
          </ac:spMkLst>
        </pc:spChg>
        <pc:spChg chg="mod">
          <ac:chgData name="渡邉 陽太" userId="8f833270-25ab-4a5c-8038-8d5c206581d1" providerId="ADAL" clId="{C2C2D480-42C8-406F-A239-4D344543463B}" dt="2026-05-22T06:33:11.927" v="3663"/>
          <ac:spMkLst>
            <pc:docMk/>
            <pc:sldMk cId="4106471842" sldId="264"/>
            <ac:spMk id="39" creationId="{E5BB2563-E965-AF82-DECA-68F09394762D}"/>
          </ac:spMkLst>
        </pc:spChg>
        <pc:spChg chg="mod">
          <ac:chgData name="渡邉 陽太" userId="8f833270-25ab-4a5c-8038-8d5c206581d1" providerId="ADAL" clId="{C2C2D480-42C8-406F-A239-4D344543463B}" dt="2026-05-22T06:33:16.762" v="3666" actId="122"/>
          <ac:spMkLst>
            <pc:docMk/>
            <pc:sldMk cId="4106471842" sldId="264"/>
            <ac:spMk id="40" creationId="{37E1507C-7EC2-B5BE-13BA-484955C757C8}"/>
          </ac:spMkLst>
        </pc:spChg>
        <pc:spChg chg="mod">
          <ac:chgData name="渡邉 陽太" userId="8f833270-25ab-4a5c-8038-8d5c206581d1" providerId="ADAL" clId="{C2C2D480-42C8-406F-A239-4D344543463B}" dt="2026-05-22T06:33:24.560" v="3669"/>
          <ac:spMkLst>
            <pc:docMk/>
            <pc:sldMk cId="4106471842" sldId="264"/>
            <ac:spMk id="42" creationId="{5357C545-4004-3571-24BA-7A6D692E59D3}"/>
          </ac:spMkLst>
        </pc:spChg>
        <pc:spChg chg="mod">
          <ac:chgData name="渡邉 陽太" userId="8f833270-25ab-4a5c-8038-8d5c206581d1" providerId="ADAL" clId="{C2C2D480-42C8-406F-A239-4D344543463B}" dt="2026-05-22T06:33:27.489" v="3671" actId="122"/>
          <ac:spMkLst>
            <pc:docMk/>
            <pc:sldMk cId="4106471842" sldId="264"/>
            <ac:spMk id="43" creationId="{E9A4D702-730C-AE7C-2238-6CA7CF050D44}"/>
          </ac:spMkLst>
        </pc:spChg>
        <pc:spChg chg="mod">
          <ac:chgData name="渡邉 陽太" userId="8f833270-25ab-4a5c-8038-8d5c206581d1" providerId="ADAL" clId="{C2C2D480-42C8-406F-A239-4D344543463B}" dt="2026-05-22T06:33:39.703" v="3676" actId="14100"/>
          <ac:spMkLst>
            <pc:docMk/>
            <pc:sldMk cId="4106471842" sldId="264"/>
            <ac:spMk id="45" creationId="{C85EEEDD-ECA5-9CE4-FD0F-35BDF7061C80}"/>
          </ac:spMkLst>
        </pc:spChg>
        <pc:spChg chg="mod">
          <ac:chgData name="渡邉 陽太" userId="8f833270-25ab-4a5c-8038-8d5c206581d1" providerId="ADAL" clId="{C2C2D480-42C8-406F-A239-4D344543463B}" dt="2026-05-22T06:34:01.364" v="3733" actId="122"/>
          <ac:spMkLst>
            <pc:docMk/>
            <pc:sldMk cId="4106471842" sldId="264"/>
            <ac:spMk id="46" creationId="{F109F785-481E-D75A-FD36-647FF5B14E1B}"/>
          </ac:spMkLst>
        </pc:spChg>
        <pc:spChg chg="mod">
          <ac:chgData name="渡邉 陽太" userId="8f833270-25ab-4a5c-8038-8d5c206581d1" providerId="ADAL" clId="{C2C2D480-42C8-406F-A239-4D344543463B}" dt="2026-05-22T06:33:48.257" v="3691" actId="20577"/>
          <ac:spMkLst>
            <pc:docMk/>
            <pc:sldMk cId="4106471842" sldId="264"/>
            <ac:spMk id="48" creationId="{5EC0C9FC-2901-8AE1-D875-A7CEC8F80A25}"/>
          </ac:spMkLst>
        </pc:spChg>
        <pc:spChg chg="mod">
          <ac:chgData name="渡邉 陽太" userId="8f833270-25ab-4a5c-8038-8d5c206581d1" providerId="ADAL" clId="{C2C2D480-42C8-406F-A239-4D344543463B}" dt="2026-05-22T06:33:59.505" v="3732" actId="122"/>
          <ac:spMkLst>
            <pc:docMk/>
            <pc:sldMk cId="4106471842" sldId="264"/>
            <ac:spMk id="49" creationId="{D5B3A295-7D55-9062-8DC2-C5913E6D4AB1}"/>
          </ac:spMkLst>
        </pc:spChg>
        <pc:grpChg chg="add mod">
          <ac:chgData name="渡邉 陽太" userId="8f833270-25ab-4a5c-8038-8d5c206581d1" providerId="ADAL" clId="{C2C2D480-42C8-406F-A239-4D344543463B}" dt="2026-05-22T06:34:57.993" v="3753" actId="164"/>
          <ac:grpSpMkLst>
            <pc:docMk/>
            <pc:sldMk cId="4106471842" sldId="264"/>
            <ac:grpSpMk id="31" creationId="{CAD97002-F7B7-37E9-98ED-734162321CE5}"/>
          </ac:grpSpMkLst>
        </pc:grpChg>
        <pc:grpChg chg="add mod">
          <ac:chgData name="渡邉 陽太" userId="8f833270-25ab-4a5c-8038-8d5c206581d1" providerId="ADAL" clId="{C2C2D480-42C8-406F-A239-4D344543463B}" dt="2026-05-22T06:34:57.993" v="3753" actId="164"/>
          <ac:grpSpMkLst>
            <pc:docMk/>
            <pc:sldMk cId="4106471842" sldId="264"/>
            <ac:grpSpMk id="35" creationId="{90BB65C2-1CB5-F54A-5B3A-B00A9D4DC71A}"/>
          </ac:grpSpMkLst>
        </pc:grpChg>
        <pc:grpChg chg="add mod">
          <ac:chgData name="渡邉 陽太" userId="8f833270-25ab-4a5c-8038-8d5c206581d1" providerId="ADAL" clId="{C2C2D480-42C8-406F-A239-4D344543463B}" dt="2026-05-22T06:34:57.993" v="3753" actId="164"/>
          <ac:grpSpMkLst>
            <pc:docMk/>
            <pc:sldMk cId="4106471842" sldId="264"/>
            <ac:grpSpMk id="38" creationId="{DAE50306-E5F6-3AB0-0A5D-3157DE3ED10D}"/>
          </ac:grpSpMkLst>
        </pc:grpChg>
        <pc:grpChg chg="add mod">
          <ac:chgData name="渡邉 陽太" userId="8f833270-25ab-4a5c-8038-8d5c206581d1" providerId="ADAL" clId="{C2C2D480-42C8-406F-A239-4D344543463B}" dt="2026-05-22T06:34:57.993" v="3753" actId="164"/>
          <ac:grpSpMkLst>
            <pc:docMk/>
            <pc:sldMk cId="4106471842" sldId="264"/>
            <ac:grpSpMk id="41" creationId="{E3837339-9255-A8F8-A8C5-680D90E8A731}"/>
          </ac:grpSpMkLst>
        </pc:grpChg>
        <pc:grpChg chg="add mod">
          <ac:chgData name="渡邉 陽太" userId="8f833270-25ab-4a5c-8038-8d5c206581d1" providerId="ADAL" clId="{C2C2D480-42C8-406F-A239-4D344543463B}" dt="2026-05-22T06:34:57.993" v="3753" actId="164"/>
          <ac:grpSpMkLst>
            <pc:docMk/>
            <pc:sldMk cId="4106471842" sldId="264"/>
            <ac:grpSpMk id="44" creationId="{8CB591BD-F6E7-C884-2E10-32C51C0ADA86}"/>
          </ac:grpSpMkLst>
        </pc:grpChg>
        <pc:grpChg chg="add mod">
          <ac:chgData name="渡邉 陽太" userId="8f833270-25ab-4a5c-8038-8d5c206581d1" providerId="ADAL" clId="{C2C2D480-42C8-406F-A239-4D344543463B}" dt="2026-05-22T06:34:57.993" v="3753" actId="164"/>
          <ac:grpSpMkLst>
            <pc:docMk/>
            <pc:sldMk cId="4106471842" sldId="264"/>
            <ac:grpSpMk id="47" creationId="{8296C2C9-7ABE-06AF-7516-BC4E88E0E0BC}"/>
          </ac:grpSpMkLst>
        </pc:grpChg>
        <pc:grpChg chg="add mod">
          <ac:chgData name="渡邉 陽太" userId="8f833270-25ab-4a5c-8038-8d5c206581d1" providerId="ADAL" clId="{C2C2D480-42C8-406F-A239-4D344543463B}" dt="2026-05-22T06:35:00.998" v="3754" actId="1076"/>
          <ac:grpSpMkLst>
            <pc:docMk/>
            <pc:sldMk cId="4106471842" sldId="264"/>
            <ac:grpSpMk id="65" creationId="{78620F92-E090-E456-6444-487E2D4207BD}"/>
          </ac:grpSpMkLst>
        </pc:grpChg>
      </pc:sldChg>
      <pc:sldChg chg="addSp modSp add mod">
        <pc:chgData name="渡邉 陽太" userId="8f833270-25ab-4a5c-8038-8d5c206581d1" providerId="ADAL" clId="{C2C2D480-42C8-406F-A239-4D344543463B}" dt="2026-05-25T02:15:31.695" v="4184" actId="20577"/>
        <pc:sldMkLst>
          <pc:docMk/>
          <pc:sldMk cId="708335960" sldId="266"/>
        </pc:sldMkLst>
        <pc:spChg chg="add mod">
          <ac:chgData name="渡邉 陽太" userId="8f833270-25ab-4a5c-8038-8d5c206581d1" providerId="ADAL" clId="{C2C2D480-42C8-406F-A239-4D344543463B}" dt="2026-05-25T02:15:31.695" v="4184" actId="20577"/>
          <ac:spMkLst>
            <pc:docMk/>
            <pc:sldMk cId="708335960" sldId="266"/>
            <ac:spMk id="2" creationId="{00B1CBCB-03FE-3443-AD1E-2E6F53E5C430}"/>
          </ac:spMkLst>
        </pc:spChg>
        <pc:spChg chg="mod">
          <ac:chgData name="渡邉 陽太" userId="8f833270-25ab-4a5c-8038-8d5c206581d1" providerId="ADAL" clId="{C2C2D480-42C8-406F-A239-4D344543463B}" dt="2026-05-22T06:37:10.882" v="3806" actId="20577"/>
          <ac:spMkLst>
            <pc:docMk/>
            <pc:sldMk cId="708335960" sldId="266"/>
            <ac:spMk id="4" creationId="{1A0E8B32-D79F-4D7B-AD5D-CC4C596A45F9}"/>
          </ac:spMkLst>
        </pc:spChg>
      </pc:sldChg>
      <pc:sldChg chg="addSp delSp modSp add mod">
        <pc:chgData name="渡邉 陽太" userId="8f833270-25ab-4a5c-8038-8d5c206581d1" providerId="ADAL" clId="{C2C2D480-42C8-406F-A239-4D344543463B}" dt="2026-05-22T06:41:22.047" v="3960" actId="1076"/>
        <pc:sldMkLst>
          <pc:docMk/>
          <pc:sldMk cId="4274858304" sldId="267"/>
        </pc:sldMkLst>
        <pc:spChg chg="add mod">
          <ac:chgData name="渡邉 陽太" userId="8f833270-25ab-4a5c-8038-8d5c206581d1" providerId="ADAL" clId="{C2C2D480-42C8-406F-A239-4D344543463B}" dt="2026-05-22T06:41:22.047" v="3960" actId="1076"/>
          <ac:spMkLst>
            <pc:docMk/>
            <pc:sldMk cId="4274858304" sldId="267"/>
            <ac:spMk id="2" creationId="{CCAE7A4A-EBFE-AC8F-CBE6-A07ACA57D31D}"/>
          </ac:spMkLst>
        </pc:spChg>
        <pc:spChg chg="add mod">
          <ac:chgData name="渡邉 陽太" userId="8f833270-25ab-4a5c-8038-8d5c206581d1" providerId="ADAL" clId="{C2C2D480-42C8-406F-A239-4D344543463B}" dt="2026-05-22T06:38:48.802" v="3887" actId="164"/>
          <ac:spMkLst>
            <pc:docMk/>
            <pc:sldMk cId="4274858304" sldId="267"/>
            <ac:spMk id="3" creationId="{A7A99ABB-1874-3315-B462-2B91D743CF97}"/>
          </ac:spMkLst>
        </pc:spChg>
        <pc:spChg chg="add mod">
          <ac:chgData name="渡邉 陽太" userId="8f833270-25ab-4a5c-8038-8d5c206581d1" providerId="ADAL" clId="{C2C2D480-42C8-406F-A239-4D344543463B}" dt="2026-05-22T06:39:16.534" v="3941" actId="1076"/>
          <ac:spMkLst>
            <pc:docMk/>
            <pc:sldMk cId="4274858304" sldId="267"/>
            <ac:spMk id="8" creationId="{09571BF8-41DD-0E8E-4E07-7550448B9B0E}"/>
          </ac:spMkLst>
        </pc:spChg>
        <pc:spChg chg="add mod">
          <ac:chgData name="渡邉 陽太" userId="8f833270-25ab-4a5c-8038-8d5c206581d1" providerId="ADAL" clId="{C2C2D480-42C8-406F-A239-4D344543463B}" dt="2026-05-22T06:39:30.742" v="3959" actId="1076"/>
          <ac:spMkLst>
            <pc:docMk/>
            <pc:sldMk cId="4274858304" sldId="267"/>
            <ac:spMk id="9" creationId="{034FDAF4-0A36-D4AC-CA43-FFAA5E2A4F08}"/>
          </ac:spMkLst>
        </pc:spChg>
        <pc:spChg chg="mod">
          <ac:chgData name="渡邉 陽太" userId="8f833270-25ab-4a5c-8038-8d5c206581d1" providerId="ADAL" clId="{C2C2D480-42C8-406F-A239-4D344543463B}" dt="2026-05-22T06:38:01.756" v="3872" actId="165"/>
          <ac:spMkLst>
            <pc:docMk/>
            <pc:sldMk cId="4274858304" sldId="267"/>
            <ac:spMk id="24" creationId="{4F7DBBB0-7D51-8228-B818-F890D633BC5A}"/>
          </ac:spMkLst>
        </pc:spChg>
        <pc:spChg chg="mod">
          <ac:chgData name="渡邉 陽太" userId="8f833270-25ab-4a5c-8038-8d5c206581d1" providerId="ADAL" clId="{C2C2D480-42C8-406F-A239-4D344543463B}" dt="2026-05-22T06:38:01.756" v="3872" actId="165"/>
          <ac:spMkLst>
            <pc:docMk/>
            <pc:sldMk cId="4274858304" sldId="267"/>
            <ac:spMk id="30" creationId="{00AD37EA-CF00-CB94-02DC-133A2675A320}"/>
          </ac:spMkLst>
        </pc:spChg>
        <pc:spChg chg="mod">
          <ac:chgData name="渡邉 陽太" userId="8f833270-25ab-4a5c-8038-8d5c206581d1" providerId="ADAL" clId="{C2C2D480-42C8-406F-A239-4D344543463B}" dt="2026-05-22T06:38:01.756" v="3872" actId="165"/>
          <ac:spMkLst>
            <pc:docMk/>
            <pc:sldMk cId="4274858304" sldId="267"/>
            <ac:spMk id="48" creationId="{D0916690-3081-EFA2-D638-7CD8639DD5E4}"/>
          </ac:spMkLst>
        </pc:spChg>
        <pc:spChg chg="mod">
          <ac:chgData name="渡邉 陽太" userId="8f833270-25ab-4a5c-8038-8d5c206581d1" providerId="ADAL" clId="{C2C2D480-42C8-406F-A239-4D344543463B}" dt="2026-05-22T06:38:01.756" v="3872" actId="165"/>
          <ac:spMkLst>
            <pc:docMk/>
            <pc:sldMk cId="4274858304" sldId="267"/>
            <ac:spMk id="49" creationId="{C3530530-D152-5A9C-AD1A-33E85A5C7A4C}"/>
          </ac:spMkLst>
        </pc:spChg>
        <pc:grpChg chg="add mod">
          <ac:chgData name="渡邉 陽太" userId="8f833270-25ab-4a5c-8038-8d5c206581d1" providerId="ADAL" clId="{C2C2D480-42C8-406F-A239-4D344543463B}" dt="2026-05-22T06:38:51.734" v="3888" actId="1076"/>
          <ac:grpSpMkLst>
            <pc:docMk/>
            <pc:sldMk cId="4274858304" sldId="267"/>
            <ac:grpSpMk id="7" creationId="{8D6026B4-F3BC-6986-DDAD-3CCE17AB1AC7}"/>
          </ac:grpSpMkLst>
        </pc:grpChg>
        <pc:grpChg chg="mod">
          <ac:chgData name="渡邉 陽太" userId="8f833270-25ab-4a5c-8038-8d5c206581d1" providerId="ADAL" clId="{C2C2D480-42C8-406F-A239-4D344543463B}" dt="2026-05-22T06:38:48.802" v="3887" actId="164"/>
          <ac:grpSpMkLst>
            <pc:docMk/>
            <pc:sldMk cId="4274858304" sldId="267"/>
            <ac:grpSpMk id="31" creationId="{AF14978A-4441-48E0-5C66-180CC770AE87}"/>
          </ac:grpSpMkLst>
        </pc:grpChg>
        <pc:grpChg chg="mod">
          <ac:chgData name="渡邉 陽太" userId="8f833270-25ab-4a5c-8038-8d5c206581d1" providerId="ADAL" clId="{C2C2D480-42C8-406F-A239-4D344543463B}" dt="2026-05-22T06:38:48.802" v="3887" actId="164"/>
          <ac:grpSpMkLst>
            <pc:docMk/>
            <pc:sldMk cId="4274858304" sldId="267"/>
            <ac:grpSpMk id="47" creationId="{A42FB76E-2A39-335B-9F6A-484F803CC5DC}"/>
          </ac:grpSpMkLst>
        </pc:grpChg>
      </pc:sldChg>
      <pc:sldChg chg="modSp add mod ord">
        <pc:chgData name="渡邉 陽太" userId="8f833270-25ab-4a5c-8038-8d5c206581d1" providerId="ADAL" clId="{C2C2D480-42C8-406F-A239-4D344543463B}" dt="2026-05-22T06:41:54.288" v="4007" actId="20577"/>
        <pc:sldMkLst>
          <pc:docMk/>
          <pc:sldMk cId="3094449987" sldId="268"/>
        </pc:sldMkLst>
        <pc:spChg chg="mod">
          <ac:chgData name="渡邉 陽太" userId="8f833270-25ab-4a5c-8038-8d5c206581d1" providerId="ADAL" clId="{C2C2D480-42C8-406F-A239-4D344543463B}" dt="2026-05-22T06:41:37.836" v="3985" actId="20577"/>
          <ac:spMkLst>
            <pc:docMk/>
            <pc:sldMk cId="3094449987" sldId="268"/>
            <ac:spMk id="2" creationId="{D39958D9-3D95-DE7E-21D7-171E8CFCACA5}"/>
          </ac:spMkLst>
        </pc:spChg>
        <pc:spChg chg="mod">
          <ac:chgData name="渡邉 陽太" userId="8f833270-25ab-4a5c-8038-8d5c206581d1" providerId="ADAL" clId="{C2C2D480-42C8-406F-A239-4D344543463B}" dt="2026-05-22T06:41:33.364" v="3974" actId="20577"/>
          <ac:spMkLst>
            <pc:docMk/>
            <pc:sldMk cId="3094449987" sldId="268"/>
            <ac:spMk id="4" creationId="{25408AD6-5FE8-B213-4188-09D7105CD3A9}"/>
          </ac:spMkLst>
        </pc:spChg>
        <pc:spChg chg="mod">
          <ac:chgData name="渡邉 陽太" userId="8f833270-25ab-4a5c-8038-8d5c206581d1" providerId="ADAL" clId="{C2C2D480-42C8-406F-A239-4D344543463B}" dt="2026-05-22T06:41:50.598" v="3996" actId="20577"/>
          <ac:spMkLst>
            <pc:docMk/>
            <pc:sldMk cId="3094449987" sldId="268"/>
            <ac:spMk id="8" creationId="{F93FB42B-CD4F-007D-A10D-D5780B31AAC8}"/>
          </ac:spMkLst>
        </pc:spChg>
        <pc:spChg chg="mod">
          <ac:chgData name="渡邉 陽太" userId="8f833270-25ab-4a5c-8038-8d5c206581d1" providerId="ADAL" clId="{C2C2D480-42C8-406F-A239-4D344543463B}" dt="2026-05-22T06:41:54.288" v="4007" actId="20577"/>
          <ac:spMkLst>
            <pc:docMk/>
            <pc:sldMk cId="3094449987" sldId="268"/>
            <ac:spMk id="9" creationId="{527CCF41-BC05-7DC0-EA10-88272613E4D4}"/>
          </ac:spMkLst>
        </pc:spChg>
      </pc:sldChg>
      <pc:sldChg chg="modSp add mod">
        <pc:chgData name="渡邉 陽太" userId="8f833270-25ab-4a5c-8038-8d5c206581d1" providerId="ADAL" clId="{C2C2D480-42C8-406F-A239-4D344543463B}" dt="2026-05-22T06:43:12.235" v="4063" actId="20577"/>
        <pc:sldMkLst>
          <pc:docMk/>
          <pc:sldMk cId="1743003696" sldId="269"/>
        </pc:sldMkLst>
        <pc:spChg chg="mod">
          <ac:chgData name="渡邉 陽太" userId="8f833270-25ab-4a5c-8038-8d5c206581d1" providerId="ADAL" clId="{C2C2D480-42C8-406F-A239-4D344543463B}" dt="2026-05-22T06:42:22.371" v="4031" actId="20577"/>
          <ac:spMkLst>
            <pc:docMk/>
            <pc:sldMk cId="1743003696" sldId="269"/>
            <ac:spMk id="2" creationId="{45A6B547-798A-A467-3BDC-96D40BD1BA75}"/>
          </ac:spMkLst>
        </pc:spChg>
        <pc:spChg chg="mod">
          <ac:chgData name="渡邉 陽太" userId="8f833270-25ab-4a5c-8038-8d5c206581d1" providerId="ADAL" clId="{C2C2D480-42C8-406F-A239-4D344543463B}" dt="2026-05-22T06:42:04.806" v="4019" actId="20577"/>
          <ac:spMkLst>
            <pc:docMk/>
            <pc:sldMk cId="1743003696" sldId="269"/>
            <ac:spMk id="4" creationId="{033FE3C2-1AB1-2DBA-40D3-58E66AF83F27}"/>
          </ac:spMkLst>
        </pc:spChg>
        <pc:spChg chg="mod">
          <ac:chgData name="渡邉 陽太" userId="8f833270-25ab-4a5c-8038-8d5c206581d1" providerId="ADAL" clId="{C2C2D480-42C8-406F-A239-4D344543463B}" dt="2026-05-22T06:43:07.958" v="4052" actId="20577"/>
          <ac:spMkLst>
            <pc:docMk/>
            <pc:sldMk cId="1743003696" sldId="269"/>
            <ac:spMk id="8" creationId="{D3904287-4E17-68C7-D33A-DD8D4A04545C}"/>
          </ac:spMkLst>
        </pc:spChg>
        <pc:spChg chg="mod">
          <ac:chgData name="渡邉 陽太" userId="8f833270-25ab-4a5c-8038-8d5c206581d1" providerId="ADAL" clId="{C2C2D480-42C8-406F-A239-4D344543463B}" dt="2026-05-22T06:43:12.235" v="4063" actId="20577"/>
          <ac:spMkLst>
            <pc:docMk/>
            <pc:sldMk cId="1743003696" sldId="269"/>
            <ac:spMk id="9" creationId="{9B0930DC-339F-4F68-D91C-45FC425457B8}"/>
          </ac:spMkLst>
        </pc:spChg>
      </pc:sldChg>
      <pc:sldChg chg="addSp modSp add mod ord">
        <pc:chgData name="渡邉 陽太" userId="8f833270-25ab-4a5c-8038-8d5c206581d1" providerId="ADAL" clId="{C2C2D480-42C8-406F-A239-4D344543463B}" dt="2026-05-22T06:44:32.761" v="4130" actId="1076"/>
        <pc:sldMkLst>
          <pc:docMk/>
          <pc:sldMk cId="453001431" sldId="271"/>
        </pc:sldMkLst>
        <pc:spChg chg="add mod">
          <ac:chgData name="渡邉 陽太" userId="8f833270-25ab-4a5c-8038-8d5c206581d1" providerId="ADAL" clId="{C2C2D480-42C8-406F-A239-4D344543463B}" dt="2026-05-22T06:44:32.761" v="4130" actId="1076"/>
          <ac:spMkLst>
            <pc:docMk/>
            <pc:sldMk cId="453001431" sldId="271"/>
            <ac:spMk id="2" creationId="{4A9CB7E7-AA86-6246-803F-C8E85AB60165}"/>
          </ac:spMkLst>
        </pc:spChg>
        <pc:spChg chg="mod">
          <ac:chgData name="渡邉 陽太" userId="8f833270-25ab-4a5c-8038-8d5c206581d1" providerId="ADAL" clId="{C2C2D480-42C8-406F-A239-4D344543463B}" dt="2026-05-22T06:44:10.145" v="4108" actId="1076"/>
          <ac:spMkLst>
            <pc:docMk/>
            <pc:sldMk cId="453001431" sldId="271"/>
            <ac:spMk id="4" creationId="{A8204EF5-33BF-5BAA-9AED-D502D7A95115}"/>
          </ac:spMkLst>
        </pc:spChg>
      </pc:sldChg>
      <pc:sldMasterChg chg="setBg modSldLayout">
        <pc:chgData name="渡邉 陽太" userId="8f833270-25ab-4a5c-8038-8d5c206581d1" providerId="ADAL" clId="{C2C2D480-42C8-406F-A239-4D344543463B}" dt="2026-05-22T05:58:35.163" v="2547"/>
        <pc:sldMasterMkLst>
          <pc:docMk/>
          <pc:sldMasterMk cId="4059100788" sldId="2147483648"/>
        </pc:sldMasterMkLst>
        <pc:sldLayoutChg chg="setBg">
          <pc:chgData name="渡邉 陽太" userId="8f833270-25ab-4a5c-8038-8d5c206581d1" providerId="ADAL" clId="{C2C2D480-42C8-406F-A239-4D344543463B}" dt="2026-05-22T05:58:35.163" v="2547"/>
          <pc:sldLayoutMkLst>
            <pc:docMk/>
            <pc:sldMasterMk cId="4059100788" sldId="2147483648"/>
            <pc:sldLayoutMk cId="3469426493" sldId="2147483649"/>
          </pc:sldLayoutMkLst>
        </pc:sldLayoutChg>
        <pc:sldLayoutChg chg="setBg">
          <pc:chgData name="渡邉 陽太" userId="8f833270-25ab-4a5c-8038-8d5c206581d1" providerId="ADAL" clId="{C2C2D480-42C8-406F-A239-4D344543463B}" dt="2026-05-22T05:58:35.163" v="2547"/>
          <pc:sldLayoutMkLst>
            <pc:docMk/>
            <pc:sldMasterMk cId="4059100788" sldId="2147483648"/>
            <pc:sldLayoutMk cId="2140709725" sldId="2147483650"/>
          </pc:sldLayoutMkLst>
        </pc:sldLayoutChg>
        <pc:sldLayoutChg chg="setBg">
          <pc:chgData name="渡邉 陽太" userId="8f833270-25ab-4a5c-8038-8d5c206581d1" providerId="ADAL" clId="{C2C2D480-42C8-406F-A239-4D344543463B}" dt="2026-05-22T05:58:35.163" v="2547"/>
          <pc:sldLayoutMkLst>
            <pc:docMk/>
            <pc:sldMasterMk cId="4059100788" sldId="2147483648"/>
            <pc:sldLayoutMk cId="207020464" sldId="2147483651"/>
          </pc:sldLayoutMkLst>
        </pc:sldLayoutChg>
        <pc:sldLayoutChg chg="setBg">
          <pc:chgData name="渡邉 陽太" userId="8f833270-25ab-4a5c-8038-8d5c206581d1" providerId="ADAL" clId="{C2C2D480-42C8-406F-A239-4D344543463B}" dt="2026-05-22T05:58:35.163" v="2547"/>
          <pc:sldLayoutMkLst>
            <pc:docMk/>
            <pc:sldMasterMk cId="4059100788" sldId="2147483648"/>
            <pc:sldLayoutMk cId="61564598" sldId="2147483652"/>
          </pc:sldLayoutMkLst>
        </pc:sldLayoutChg>
        <pc:sldLayoutChg chg="setBg">
          <pc:chgData name="渡邉 陽太" userId="8f833270-25ab-4a5c-8038-8d5c206581d1" providerId="ADAL" clId="{C2C2D480-42C8-406F-A239-4D344543463B}" dt="2026-05-22T05:58:35.163" v="2547"/>
          <pc:sldLayoutMkLst>
            <pc:docMk/>
            <pc:sldMasterMk cId="4059100788" sldId="2147483648"/>
            <pc:sldLayoutMk cId="3192860826" sldId="2147483653"/>
          </pc:sldLayoutMkLst>
        </pc:sldLayoutChg>
        <pc:sldLayoutChg chg="setBg">
          <pc:chgData name="渡邉 陽太" userId="8f833270-25ab-4a5c-8038-8d5c206581d1" providerId="ADAL" clId="{C2C2D480-42C8-406F-A239-4D344543463B}" dt="2026-05-22T05:58:35.163" v="2547"/>
          <pc:sldLayoutMkLst>
            <pc:docMk/>
            <pc:sldMasterMk cId="4059100788" sldId="2147483648"/>
            <pc:sldLayoutMk cId="2725797970" sldId="2147483654"/>
          </pc:sldLayoutMkLst>
        </pc:sldLayoutChg>
        <pc:sldLayoutChg chg="setBg">
          <pc:chgData name="渡邉 陽太" userId="8f833270-25ab-4a5c-8038-8d5c206581d1" providerId="ADAL" clId="{C2C2D480-42C8-406F-A239-4D344543463B}" dt="2026-05-22T05:58:35.163" v="2547"/>
          <pc:sldLayoutMkLst>
            <pc:docMk/>
            <pc:sldMasterMk cId="4059100788" sldId="2147483648"/>
            <pc:sldLayoutMk cId="325687852" sldId="2147483655"/>
          </pc:sldLayoutMkLst>
        </pc:sldLayoutChg>
        <pc:sldLayoutChg chg="setBg">
          <pc:chgData name="渡邉 陽太" userId="8f833270-25ab-4a5c-8038-8d5c206581d1" providerId="ADAL" clId="{C2C2D480-42C8-406F-A239-4D344543463B}" dt="2026-05-22T05:58:35.163" v="2547"/>
          <pc:sldLayoutMkLst>
            <pc:docMk/>
            <pc:sldMasterMk cId="4059100788" sldId="2147483648"/>
            <pc:sldLayoutMk cId="1473834482" sldId="2147483656"/>
          </pc:sldLayoutMkLst>
        </pc:sldLayoutChg>
        <pc:sldLayoutChg chg="setBg">
          <pc:chgData name="渡邉 陽太" userId="8f833270-25ab-4a5c-8038-8d5c206581d1" providerId="ADAL" clId="{C2C2D480-42C8-406F-A239-4D344543463B}" dt="2026-05-22T05:58:35.163" v="2547"/>
          <pc:sldLayoutMkLst>
            <pc:docMk/>
            <pc:sldMasterMk cId="4059100788" sldId="2147483648"/>
            <pc:sldLayoutMk cId="822440325" sldId="2147483657"/>
          </pc:sldLayoutMkLst>
        </pc:sldLayoutChg>
        <pc:sldLayoutChg chg="setBg">
          <pc:chgData name="渡邉 陽太" userId="8f833270-25ab-4a5c-8038-8d5c206581d1" providerId="ADAL" clId="{C2C2D480-42C8-406F-A239-4D344543463B}" dt="2026-05-22T05:58:35.163" v="2547"/>
          <pc:sldLayoutMkLst>
            <pc:docMk/>
            <pc:sldMasterMk cId="4059100788" sldId="2147483648"/>
            <pc:sldLayoutMk cId="3561231982" sldId="2147483658"/>
          </pc:sldLayoutMkLst>
        </pc:sldLayoutChg>
        <pc:sldLayoutChg chg="setBg">
          <pc:chgData name="渡邉 陽太" userId="8f833270-25ab-4a5c-8038-8d5c206581d1" providerId="ADAL" clId="{C2C2D480-42C8-406F-A239-4D344543463B}" dt="2026-05-22T05:58:35.163" v="2547"/>
          <pc:sldLayoutMkLst>
            <pc:docMk/>
            <pc:sldMasterMk cId="4059100788" sldId="2147483648"/>
            <pc:sldLayoutMk cId="1491401286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FF89B7-1666-8FE0-BB6E-0EC311B23B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4BC812E-48C4-F6AC-FF67-9B576ECA0C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206907-DB72-1602-D224-72FEEE45E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1A870-D685-4D7E-A25A-D8F521546BC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979CA7-23F5-6B62-D2EA-AC13B5A8E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E09D04-E0C7-6A50-687C-2E7D4AF4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E65B-6292-4354-9765-E0A325FC41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9426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A69174-2A8B-1C5B-8DAA-CDB4F71F6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FE9253-610D-2A1D-91F8-7E945B126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E013B7-70D9-B2E3-C092-01B706989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1A870-D685-4D7E-A25A-D8F521546BC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3DB03F-03BB-26BA-BDD0-8A55E7DCB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C9E006-3A15-8CDA-21A0-768700C81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E65B-6292-4354-9765-E0A325FC41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0709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AE3723-FA34-CB18-1F09-AA604E2AA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CF8E6EC-932A-1ED2-F2DB-C0858F628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74EC1F-1E36-D6CB-1C98-7C1807AC2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1A870-D685-4D7E-A25A-D8F521546BC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9ED19D-DD03-4E78-DEC6-E647DC530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E68B77-231B-CB52-4910-F474379D9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E65B-6292-4354-9765-E0A325FC41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020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68EAEC-3B0E-9561-0F49-F6C3E760F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A03F15-A5DE-3FA8-C83B-2F6764733E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D4567CB-CC8B-8BDE-141A-A702E059B4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ADC3A74-2A92-CED5-0C39-A2355773B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1A870-D685-4D7E-A25A-D8F521546BC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C91166-EFE5-61E4-6AB4-C581F793D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FC0002-712F-0F71-92F7-82EFA38E3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E65B-6292-4354-9765-E0A325FC41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564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16D2F1-2638-D34C-FC0F-8A631068A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1B5794-FD2D-BBFF-2D6C-A65FABC07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4BD7CA4-B7E5-E4A3-F288-BD3C97666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F44849B-D6D1-E3FC-5344-C3E1083995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7F2A410-75E1-C17C-DB93-9773FA1A3B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8F06BF2-896D-1AF5-E0D2-124021B5E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1A870-D685-4D7E-A25A-D8F521546BC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275B4CF-3295-F254-5A61-FDF8A5C1F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2E09AFA-CD38-1F48-D3B8-B45917A47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E65B-6292-4354-9765-E0A325FC41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2860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50AF29-2096-45D7-07D0-20B32498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8568F21-5D85-0D1B-020F-19645929C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1A870-D685-4D7E-A25A-D8F521546BC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95A2971-4FBB-87AB-CDD4-726423F81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5DA60B5-40BE-3309-0F62-F2572053A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E65B-6292-4354-9765-E0A325FC41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5797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011CEA8-B5F1-7081-D0D2-2D22CB5F9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1A870-D685-4D7E-A25A-D8F521546BC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B506716-8628-A8AD-E2B4-10753EE5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237037B-6160-9D6F-4969-08C213A19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E65B-6292-4354-9765-E0A325FC41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687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20DBF8-E5AC-FA0C-5A70-D02325213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88175B9-389C-B532-E0F4-8FBF46ACD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C254755-40C0-B255-2CA7-8C78B7CB4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A51BF2D-2799-D444-0549-C2C19AB6F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1A870-D685-4D7E-A25A-D8F521546BC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FB66286-B624-B742-0930-99082F850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A1B70B9-38CF-2EAD-5375-09252D772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E65B-6292-4354-9765-E0A325FC41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3834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9E8D14-D71D-6BCB-95CE-73FEB008A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DBD0686-5C0C-68C6-3D1B-1BA9DE2C7C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1FAD57-189D-2D2A-8053-84A6FF020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FBAAF1-5533-8B75-FE46-1FB27582F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1A870-D685-4D7E-A25A-D8F521546BC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2E2F514-0345-0A4C-BC17-0E1A6A056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1F3D336-55EF-D371-FB51-BCA6FE918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E65B-6292-4354-9765-E0A325FC41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2440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16C9FD-329A-5E91-D68E-1D91E57DA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E43FACA-D5FF-5CCB-F535-97A44E3739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409652-2D0C-38CA-8F33-A41150173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1A870-D685-4D7E-A25A-D8F521546BC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AF42AD-2238-1016-C764-06310BED0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4059D9-E623-79C8-3C68-89D1CF307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E65B-6292-4354-9765-E0A325FC41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1231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0E19300-09DB-C85B-DF71-E85B4BC19C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AD24F82-4AC9-B0D9-79D0-1CAEF9626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57B100-F8CE-10AC-79F1-A4A63C53A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1A870-D685-4D7E-A25A-D8F521546BC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C44F32-24D6-627C-8A62-C6C4155D4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ADF51C-5EFF-F54E-E2CA-EB9484EB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E65B-6292-4354-9765-E0A325FC41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1401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857BFBD-792B-3D24-3926-94DD1E5DE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6E11C50-8ADD-45E0-1E5B-B880FB9DF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64F451-E657-367E-1BD3-DA3B7855A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21A870-D685-4D7E-A25A-D8F521546BCD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A6595A-ECBD-64A0-F5BE-5BC6189BF7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4A0590-50C5-3544-D473-CEAD4ABD3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4CE65B-6292-4354-9765-E0A325FC41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9100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BD75B6-7937-A61C-AEDA-50A8CA7A4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7F061BA3-58CB-A067-565D-59D7CD7C5233}"/>
              </a:ext>
            </a:extLst>
          </p:cNvPr>
          <p:cNvSpPr/>
          <p:nvPr/>
        </p:nvSpPr>
        <p:spPr>
          <a:xfrm>
            <a:off x="-10893" y="21917"/>
            <a:ext cx="12192001" cy="135107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AC321FC-265A-FA88-8A36-207CF00F00AB}"/>
              </a:ext>
            </a:extLst>
          </p:cNvPr>
          <p:cNvSpPr/>
          <p:nvPr/>
        </p:nvSpPr>
        <p:spPr>
          <a:xfrm>
            <a:off x="5084589" y="5652576"/>
            <a:ext cx="2022817" cy="5096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ログイン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49661A5F-94EE-ED18-2419-D83C0E553C0C}"/>
              </a:ext>
            </a:extLst>
          </p:cNvPr>
          <p:cNvGrpSpPr/>
          <p:nvPr/>
        </p:nvGrpSpPr>
        <p:grpSpPr>
          <a:xfrm>
            <a:off x="2831187" y="398569"/>
            <a:ext cx="6529624" cy="597772"/>
            <a:chOff x="2831181" y="932598"/>
            <a:chExt cx="6529624" cy="597772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B3EBC2A0-A7A6-1CF8-E3AF-815BEBD53A1F}"/>
                </a:ext>
              </a:extLst>
            </p:cNvPr>
            <p:cNvSpPr/>
            <p:nvPr/>
          </p:nvSpPr>
          <p:spPr>
            <a:xfrm>
              <a:off x="2831182" y="932598"/>
              <a:ext cx="6529623" cy="592666"/>
            </a:xfrm>
            <a:prstGeom prst="rect">
              <a:avLst/>
            </a:prstGeom>
            <a:solidFill>
              <a:schemeClr val="bg1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4000" dirty="0">
                  <a:solidFill>
                    <a:schemeClr val="tx1"/>
                  </a:solidFill>
                </a:rPr>
                <a:t>社員情報管理システム</a:t>
              </a: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423A1587-A088-CEE4-11DB-C279E4BD80D2}"/>
                </a:ext>
              </a:extLst>
            </p:cNvPr>
            <p:cNvSpPr/>
            <p:nvPr/>
          </p:nvSpPr>
          <p:spPr>
            <a:xfrm>
              <a:off x="2831181" y="1484651"/>
              <a:ext cx="6529623" cy="45719"/>
            </a:xfrm>
            <a:prstGeom prst="rect">
              <a:avLst/>
            </a:prstGeom>
            <a:solidFill>
              <a:schemeClr val="tx1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4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FA7FC8C4-1A96-A7DF-6189-E86D2DE83B79}"/>
              </a:ext>
            </a:extLst>
          </p:cNvPr>
          <p:cNvGrpSpPr/>
          <p:nvPr/>
        </p:nvGrpSpPr>
        <p:grpSpPr>
          <a:xfrm>
            <a:off x="3565549" y="2055717"/>
            <a:ext cx="5060896" cy="837512"/>
            <a:chOff x="3565551" y="2456352"/>
            <a:chExt cx="5060896" cy="837512"/>
          </a:xfrm>
        </p:grpSpPr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B52DEA1C-6663-A4E8-27F4-52924C456BF8}"/>
                </a:ext>
              </a:extLst>
            </p:cNvPr>
            <p:cNvGrpSpPr/>
            <p:nvPr/>
          </p:nvGrpSpPr>
          <p:grpSpPr>
            <a:xfrm>
              <a:off x="3565552" y="2456352"/>
              <a:ext cx="5060895" cy="837512"/>
              <a:chOff x="5236987" y="4074590"/>
              <a:chExt cx="5060895" cy="837512"/>
            </a:xfrm>
          </p:grpSpPr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2E529343-781E-D33D-40DC-F762DADBB804}"/>
                  </a:ext>
                </a:extLst>
              </p:cNvPr>
              <p:cNvSpPr/>
              <p:nvPr/>
            </p:nvSpPr>
            <p:spPr>
              <a:xfrm>
                <a:off x="5236987" y="4074590"/>
                <a:ext cx="1479499" cy="37530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ja-JP" altLang="en-US" dirty="0">
                    <a:solidFill>
                      <a:schemeClr val="tx1"/>
                    </a:solidFill>
                  </a:rPr>
                  <a:t>ログイン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ID</a:t>
                </a:r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C28D7CC7-87BE-A28F-D106-E4B9BFE468DB}"/>
                  </a:ext>
                </a:extLst>
              </p:cNvPr>
              <p:cNvSpPr/>
              <p:nvPr/>
            </p:nvSpPr>
            <p:spPr>
              <a:xfrm>
                <a:off x="5236988" y="4540958"/>
                <a:ext cx="5060894" cy="371144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0B4F9D1E-4EBC-F7FC-F3F3-8F3D4A332894}"/>
                </a:ext>
              </a:extLst>
            </p:cNvPr>
            <p:cNvSpPr/>
            <p:nvPr/>
          </p:nvSpPr>
          <p:spPr>
            <a:xfrm>
              <a:off x="3565551" y="2785935"/>
              <a:ext cx="1479500" cy="45719"/>
            </a:xfrm>
            <a:prstGeom prst="rect">
              <a:avLst/>
            </a:prstGeom>
            <a:solidFill>
              <a:schemeClr val="tx1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4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EFD2FDE4-BCD9-D777-1B00-85898B69E701}"/>
              </a:ext>
            </a:extLst>
          </p:cNvPr>
          <p:cNvGrpSpPr/>
          <p:nvPr/>
        </p:nvGrpSpPr>
        <p:grpSpPr>
          <a:xfrm>
            <a:off x="3554656" y="3580111"/>
            <a:ext cx="5060901" cy="841670"/>
            <a:chOff x="3565551" y="3661367"/>
            <a:chExt cx="5060901" cy="841670"/>
          </a:xfrm>
        </p:grpSpPr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DC855D62-36FC-087A-F4F8-1672A1FBBFF2}"/>
                </a:ext>
              </a:extLst>
            </p:cNvPr>
            <p:cNvGrpSpPr/>
            <p:nvPr/>
          </p:nvGrpSpPr>
          <p:grpSpPr>
            <a:xfrm>
              <a:off x="3565552" y="3661367"/>
              <a:ext cx="5060900" cy="841670"/>
              <a:chOff x="5236987" y="4074590"/>
              <a:chExt cx="5060900" cy="841670"/>
            </a:xfrm>
          </p:grpSpPr>
          <p:sp>
            <p:nvSpPr>
              <p:cNvPr id="23" name="正方形/長方形 22">
                <a:extLst>
                  <a:ext uri="{FF2B5EF4-FFF2-40B4-BE49-F238E27FC236}">
                    <a16:creationId xmlns:a16="http://schemas.microsoft.com/office/drawing/2014/main" id="{F6BE5278-DD81-2463-7CAD-262C65630294}"/>
                  </a:ext>
                </a:extLst>
              </p:cNvPr>
              <p:cNvSpPr/>
              <p:nvPr/>
            </p:nvSpPr>
            <p:spPr>
              <a:xfrm>
                <a:off x="5236987" y="4074590"/>
                <a:ext cx="1479499" cy="37530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kumimoji="1" lang="ja-JP" altLang="en-US" dirty="0">
                    <a:solidFill>
                      <a:schemeClr val="tx1"/>
                    </a:solidFill>
                  </a:rPr>
                  <a:t>パスワード</a:t>
                </a:r>
              </a:p>
            </p:txBody>
          </p:sp>
          <p:sp>
            <p:nvSpPr>
              <p:cNvPr id="24" name="正方形/長方形 23">
                <a:extLst>
                  <a:ext uri="{FF2B5EF4-FFF2-40B4-BE49-F238E27FC236}">
                    <a16:creationId xmlns:a16="http://schemas.microsoft.com/office/drawing/2014/main" id="{736E9709-A9D6-C11F-C751-55FF7F606DA8}"/>
                  </a:ext>
                </a:extLst>
              </p:cNvPr>
              <p:cNvSpPr/>
              <p:nvPr/>
            </p:nvSpPr>
            <p:spPr>
              <a:xfrm>
                <a:off x="5236988" y="4540957"/>
                <a:ext cx="5060899" cy="375303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D7D1B3CD-3FF6-8A2F-E378-7AF32529C7EA}"/>
                </a:ext>
              </a:extLst>
            </p:cNvPr>
            <p:cNvSpPr/>
            <p:nvPr/>
          </p:nvSpPr>
          <p:spPr>
            <a:xfrm>
              <a:off x="3565551" y="3996862"/>
              <a:ext cx="1479500" cy="45719"/>
            </a:xfrm>
            <a:prstGeom prst="rect">
              <a:avLst/>
            </a:prstGeom>
            <a:solidFill>
              <a:schemeClr val="tx1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40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3963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128430-508C-C245-B9BF-313E7B6BC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81B74F5-FC3D-15D4-04E7-E35A23AB14A8}"/>
              </a:ext>
            </a:extLst>
          </p:cNvPr>
          <p:cNvSpPr/>
          <p:nvPr/>
        </p:nvSpPr>
        <p:spPr>
          <a:xfrm>
            <a:off x="3026228" y="121548"/>
            <a:ext cx="1981201" cy="5926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tx1"/>
                </a:solidFill>
              </a:rPr>
              <a:t>従業員一覧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01A5EE5-93D2-2D08-9543-AE7258FDC134}"/>
              </a:ext>
            </a:extLst>
          </p:cNvPr>
          <p:cNvSpPr/>
          <p:nvPr/>
        </p:nvSpPr>
        <p:spPr>
          <a:xfrm>
            <a:off x="2857499" y="1010547"/>
            <a:ext cx="2639787" cy="58474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t" anchorCtr="0"/>
          <a:lstStyle/>
          <a:p>
            <a:r>
              <a:rPr lang="ja-JP" altLang="en-US" sz="2800" dirty="0">
                <a:solidFill>
                  <a:schemeClr val="tx1"/>
                </a:solidFill>
              </a:rPr>
              <a:t>・氏名</a:t>
            </a:r>
            <a:endParaRPr lang="en-US" altLang="ja-JP" sz="2800" dirty="0">
              <a:solidFill>
                <a:schemeClr val="tx1"/>
              </a:solidFill>
            </a:endParaRPr>
          </a:p>
          <a:p>
            <a:r>
              <a:rPr lang="ja-JP" altLang="en-US" sz="2800" dirty="0">
                <a:solidFill>
                  <a:schemeClr val="tx1"/>
                </a:solidFill>
              </a:rPr>
              <a:t>・氏名</a:t>
            </a:r>
            <a:endParaRPr lang="en-US" altLang="ja-JP" sz="2800" dirty="0">
              <a:solidFill>
                <a:schemeClr val="tx1"/>
              </a:solidFill>
            </a:endParaRPr>
          </a:p>
          <a:p>
            <a:r>
              <a:rPr lang="ja-JP" altLang="en-US" sz="2800" dirty="0">
                <a:solidFill>
                  <a:schemeClr val="tx1"/>
                </a:solidFill>
              </a:rPr>
              <a:t>・氏名</a:t>
            </a:r>
            <a:endParaRPr lang="en-US" altLang="ja-JP" sz="2800" dirty="0">
              <a:solidFill>
                <a:schemeClr val="tx1"/>
              </a:solidFill>
            </a:endParaRPr>
          </a:p>
          <a:p>
            <a:r>
              <a:rPr lang="ja-JP" altLang="en-US" sz="2800" dirty="0">
                <a:solidFill>
                  <a:schemeClr val="tx1"/>
                </a:solidFill>
              </a:rPr>
              <a:t>・氏名</a:t>
            </a:r>
            <a:endParaRPr lang="en-US" altLang="ja-JP" sz="2800" dirty="0">
              <a:solidFill>
                <a:schemeClr val="tx1"/>
              </a:solidFill>
            </a:endParaRPr>
          </a:p>
          <a:p>
            <a:r>
              <a:rPr lang="ja-JP" altLang="en-US" sz="2800" dirty="0">
                <a:solidFill>
                  <a:schemeClr val="tx1"/>
                </a:solidFill>
              </a:rPr>
              <a:t>・氏名</a:t>
            </a:r>
            <a:endParaRPr lang="en-US" altLang="ja-JP" sz="2800" dirty="0">
              <a:solidFill>
                <a:schemeClr val="tx1"/>
              </a:solidFill>
            </a:endParaRPr>
          </a:p>
          <a:p>
            <a:r>
              <a:rPr lang="ja-JP" altLang="en-US" sz="2800" dirty="0">
                <a:solidFill>
                  <a:schemeClr val="tx1"/>
                </a:solidFill>
              </a:rPr>
              <a:t>・氏名</a:t>
            </a:r>
            <a:endParaRPr lang="en-US" altLang="ja-JP" sz="2800" dirty="0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AA0CE47-7472-B1B3-C5EF-9B87264B5E58}"/>
              </a:ext>
            </a:extLst>
          </p:cNvPr>
          <p:cNvSpPr/>
          <p:nvPr/>
        </p:nvSpPr>
        <p:spPr>
          <a:xfrm>
            <a:off x="-1" y="0"/>
            <a:ext cx="2797629" cy="68580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E0CF6A0-11C7-DC53-F054-9F544BCA7322}"/>
              </a:ext>
            </a:extLst>
          </p:cNvPr>
          <p:cNvSpPr/>
          <p:nvPr/>
        </p:nvSpPr>
        <p:spPr>
          <a:xfrm>
            <a:off x="59871" y="417881"/>
            <a:ext cx="2677886" cy="592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bg1"/>
                </a:solidFill>
              </a:rPr>
              <a:t>社員情報管理システム</a:t>
            </a: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BEA6A3FF-C84E-D9F9-A565-9C12BC8AF582}"/>
              </a:ext>
            </a:extLst>
          </p:cNvPr>
          <p:cNvGrpSpPr/>
          <p:nvPr/>
        </p:nvGrpSpPr>
        <p:grpSpPr>
          <a:xfrm>
            <a:off x="59871" y="1306880"/>
            <a:ext cx="2677886" cy="1880217"/>
            <a:chOff x="59871" y="1635869"/>
            <a:chExt cx="2677886" cy="1880217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8D224CDA-F483-6F3F-6F67-3E766C75D2E0}"/>
                </a:ext>
              </a:extLst>
            </p:cNvPr>
            <p:cNvSpPr/>
            <p:nvPr/>
          </p:nvSpPr>
          <p:spPr>
            <a:xfrm>
              <a:off x="59871" y="1635869"/>
              <a:ext cx="2677886" cy="592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 従業員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01E1B27C-A53D-5F9D-811F-64DEDBC2705E}"/>
                </a:ext>
              </a:extLst>
            </p:cNvPr>
            <p:cNvSpPr/>
            <p:nvPr/>
          </p:nvSpPr>
          <p:spPr>
            <a:xfrm>
              <a:off x="312964" y="2228535"/>
              <a:ext cx="2171700" cy="12875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noAutofit/>
            </a:bodyPr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・従業員一覧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kumimoji="1" lang="ja-JP" altLang="en-US" b="1" dirty="0">
                  <a:solidFill>
                    <a:schemeClr val="bg1"/>
                  </a:solidFill>
                </a:rPr>
                <a:t>・従業員登録</a:t>
              </a:r>
              <a:endParaRPr kumimoji="1"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・従業員更新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・従業員削除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7E8904BF-FBD4-5CAE-5AA7-C231B54A9ABD}"/>
              </a:ext>
            </a:extLst>
          </p:cNvPr>
          <p:cNvGrpSpPr/>
          <p:nvPr/>
        </p:nvGrpSpPr>
        <p:grpSpPr>
          <a:xfrm>
            <a:off x="59870" y="3187097"/>
            <a:ext cx="2677886" cy="1880217"/>
            <a:chOff x="59871" y="1635869"/>
            <a:chExt cx="2677886" cy="1880217"/>
          </a:xfrm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2414A52A-232C-C24D-2D10-47321B22B623}"/>
                </a:ext>
              </a:extLst>
            </p:cNvPr>
            <p:cNvSpPr/>
            <p:nvPr/>
          </p:nvSpPr>
          <p:spPr>
            <a:xfrm>
              <a:off x="59871" y="1635869"/>
              <a:ext cx="2677886" cy="592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 部門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7EA1B989-A739-CC2E-C1BC-CD67A5AEC4A0}"/>
                </a:ext>
              </a:extLst>
            </p:cNvPr>
            <p:cNvSpPr/>
            <p:nvPr/>
          </p:nvSpPr>
          <p:spPr>
            <a:xfrm>
              <a:off x="312964" y="2228535"/>
              <a:ext cx="2171700" cy="12875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noAutofit/>
            </a:bodyPr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・部門一覧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kumimoji="1" lang="ja-JP" altLang="en-US" b="1" dirty="0">
                  <a:solidFill>
                    <a:schemeClr val="bg1"/>
                  </a:solidFill>
                </a:rPr>
                <a:t>・部門登録</a:t>
              </a:r>
              <a:endParaRPr kumimoji="1"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・部門更新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・部門削除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D0122F5B-9135-5B94-DD24-D685D0E40D41}"/>
              </a:ext>
            </a:extLst>
          </p:cNvPr>
          <p:cNvSpPr/>
          <p:nvPr/>
        </p:nvSpPr>
        <p:spPr>
          <a:xfrm>
            <a:off x="6096000" y="1010547"/>
            <a:ext cx="5783036" cy="57797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t" anchorCtr="0"/>
          <a:lstStyle/>
          <a:p>
            <a:endParaRPr lang="en-US" altLang="ja-JP" sz="2800" dirty="0">
              <a:solidFill>
                <a:schemeClr val="tx1"/>
              </a:solidFill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90B32D8-AAB7-4A50-5C0D-23B797969D22}"/>
              </a:ext>
            </a:extLst>
          </p:cNvPr>
          <p:cNvSpPr/>
          <p:nvPr/>
        </p:nvSpPr>
        <p:spPr>
          <a:xfrm>
            <a:off x="6400800" y="1323197"/>
            <a:ext cx="1981201" cy="5926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氏名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C6C79851-1B77-1A88-BA59-36F564D66997}"/>
              </a:ext>
            </a:extLst>
          </p:cNvPr>
          <p:cNvSpPr/>
          <p:nvPr/>
        </p:nvSpPr>
        <p:spPr>
          <a:xfrm>
            <a:off x="6498772" y="2357340"/>
            <a:ext cx="4844142" cy="3177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社員</a:t>
            </a:r>
            <a:r>
              <a:rPr lang="en-US" altLang="ja-JP" dirty="0">
                <a:solidFill>
                  <a:schemeClr val="tx1"/>
                </a:solidFill>
              </a:rPr>
              <a:t>ID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kumimoji="1" lang="ja-JP" altLang="en-US" dirty="0">
                <a:solidFill>
                  <a:schemeClr val="tx1"/>
                </a:solidFill>
              </a:rPr>
              <a:t>社員番号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部門</a:t>
            </a:r>
            <a:r>
              <a:rPr lang="en-US" altLang="ja-JP" dirty="0">
                <a:solidFill>
                  <a:schemeClr val="tx1"/>
                </a:solidFill>
              </a:rPr>
              <a:t>ID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kumimoji="1" lang="ja-JP" altLang="en-US" dirty="0">
                <a:solidFill>
                  <a:schemeClr val="tx1"/>
                </a:solidFill>
              </a:rPr>
              <a:t>生年月日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メールアドレス</a:t>
            </a:r>
            <a:endParaRPr lang="en-US" altLang="ja-JP" dirty="0">
              <a:solidFill>
                <a:schemeClr val="tx1"/>
              </a:solidFill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入社日</a:t>
            </a:r>
            <a:endParaRPr lang="en-US" altLang="ja-JP" dirty="0">
              <a:solidFill>
                <a:schemeClr val="tx1"/>
              </a:solidFill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在籍状態</a:t>
            </a:r>
            <a:endParaRPr lang="en-US" altLang="ja-JP" dirty="0">
              <a:solidFill>
                <a:schemeClr val="tx1"/>
              </a:solidFill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登録日時</a:t>
            </a:r>
            <a:endParaRPr lang="en-US" altLang="ja-JP" dirty="0">
              <a:solidFill>
                <a:schemeClr val="tx1"/>
              </a:solidFill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登録者</a:t>
            </a:r>
            <a:r>
              <a:rPr lang="en-US" altLang="ja-JP" dirty="0">
                <a:solidFill>
                  <a:schemeClr val="tx1"/>
                </a:solidFill>
              </a:rPr>
              <a:t>ID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更新日時</a:t>
            </a:r>
            <a:endParaRPr lang="en-US" altLang="ja-JP" dirty="0">
              <a:solidFill>
                <a:schemeClr val="tx1"/>
              </a:solidFill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更新者</a:t>
            </a:r>
            <a:r>
              <a:rPr lang="en-US" altLang="ja-JP" dirty="0">
                <a:solidFill>
                  <a:schemeClr val="tx1"/>
                </a:solidFill>
              </a:rPr>
              <a:t>ID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1F388CAD-9420-C0D4-4497-953E719BF790}"/>
              </a:ext>
            </a:extLst>
          </p:cNvPr>
          <p:cNvSpPr/>
          <p:nvPr/>
        </p:nvSpPr>
        <p:spPr>
          <a:xfrm>
            <a:off x="9897835" y="121548"/>
            <a:ext cx="1981201" cy="5926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tx1"/>
                </a:solidFill>
              </a:rPr>
              <a:t>ログアウト</a:t>
            </a:r>
          </a:p>
        </p:txBody>
      </p:sp>
    </p:spTree>
    <p:extLst>
      <p:ext uri="{BB962C8B-B14F-4D97-AF65-F5344CB8AC3E}">
        <p14:creationId xmlns:p14="http://schemas.microsoft.com/office/powerpoint/2010/main" val="3267608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255019-1407-0CC4-0F99-71085ED9B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51E2ED8-F2D4-86DA-7850-5F2967DDBE98}"/>
              </a:ext>
            </a:extLst>
          </p:cNvPr>
          <p:cNvSpPr/>
          <p:nvPr/>
        </p:nvSpPr>
        <p:spPr>
          <a:xfrm>
            <a:off x="2990849" y="98567"/>
            <a:ext cx="1981201" cy="5926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</a:rPr>
              <a:t>従業員登録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FA1BCB1-F299-3BE3-1E9E-B873BFB3C336}"/>
              </a:ext>
            </a:extLst>
          </p:cNvPr>
          <p:cNvSpPr/>
          <p:nvPr/>
        </p:nvSpPr>
        <p:spPr>
          <a:xfrm>
            <a:off x="-1" y="0"/>
            <a:ext cx="2797629" cy="68580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A31BDF5-E70A-4101-5D86-2CC36D3D1B05}"/>
              </a:ext>
            </a:extLst>
          </p:cNvPr>
          <p:cNvSpPr/>
          <p:nvPr/>
        </p:nvSpPr>
        <p:spPr>
          <a:xfrm>
            <a:off x="59871" y="417881"/>
            <a:ext cx="2677886" cy="592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bg1"/>
                </a:solidFill>
              </a:rPr>
              <a:t>社員情報管理システム</a:t>
            </a: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B5CC0C2C-61C3-E76D-BB55-23F4C0DE9185}"/>
              </a:ext>
            </a:extLst>
          </p:cNvPr>
          <p:cNvGrpSpPr/>
          <p:nvPr/>
        </p:nvGrpSpPr>
        <p:grpSpPr>
          <a:xfrm>
            <a:off x="59871" y="1306880"/>
            <a:ext cx="2677886" cy="1880217"/>
            <a:chOff x="59871" y="1635869"/>
            <a:chExt cx="2677886" cy="1880217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2F85E52C-FFFF-9884-C61B-08BD6E0C81DA}"/>
                </a:ext>
              </a:extLst>
            </p:cNvPr>
            <p:cNvSpPr/>
            <p:nvPr/>
          </p:nvSpPr>
          <p:spPr>
            <a:xfrm>
              <a:off x="59871" y="1635869"/>
              <a:ext cx="2677886" cy="592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 従業員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65926FBF-2D9B-C763-D01D-782CFB24D86D}"/>
                </a:ext>
              </a:extLst>
            </p:cNvPr>
            <p:cNvSpPr/>
            <p:nvPr/>
          </p:nvSpPr>
          <p:spPr>
            <a:xfrm>
              <a:off x="312964" y="2228535"/>
              <a:ext cx="2171700" cy="12875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noAutofit/>
            </a:bodyPr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・従業員一覧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kumimoji="1" lang="ja-JP" altLang="en-US" b="1" dirty="0">
                  <a:solidFill>
                    <a:schemeClr val="bg1"/>
                  </a:solidFill>
                </a:rPr>
                <a:t>・従業員登録</a:t>
              </a:r>
              <a:endParaRPr kumimoji="1"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・従業員更新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・従業員削除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AA4FD1AA-EFB3-CC6B-0463-6FDBA69DB5EA}"/>
              </a:ext>
            </a:extLst>
          </p:cNvPr>
          <p:cNvGrpSpPr/>
          <p:nvPr/>
        </p:nvGrpSpPr>
        <p:grpSpPr>
          <a:xfrm>
            <a:off x="59870" y="3187097"/>
            <a:ext cx="2677886" cy="1880217"/>
            <a:chOff x="59871" y="1635869"/>
            <a:chExt cx="2677886" cy="1880217"/>
          </a:xfrm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02D0C452-BD56-7C83-30F1-94B7C4F60A58}"/>
                </a:ext>
              </a:extLst>
            </p:cNvPr>
            <p:cNvSpPr/>
            <p:nvPr/>
          </p:nvSpPr>
          <p:spPr>
            <a:xfrm>
              <a:off x="59871" y="1635869"/>
              <a:ext cx="2677886" cy="592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 部門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7D603957-DC27-AA08-AAEE-87AB12DF1A20}"/>
                </a:ext>
              </a:extLst>
            </p:cNvPr>
            <p:cNvSpPr/>
            <p:nvPr/>
          </p:nvSpPr>
          <p:spPr>
            <a:xfrm>
              <a:off x="312964" y="2228535"/>
              <a:ext cx="2171700" cy="12875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noAutofit/>
            </a:bodyPr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・部門一覧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kumimoji="1" lang="ja-JP" altLang="en-US" b="1" dirty="0">
                  <a:solidFill>
                    <a:schemeClr val="bg1"/>
                  </a:solidFill>
                </a:rPr>
                <a:t>・部門登録</a:t>
              </a:r>
              <a:endParaRPr kumimoji="1"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・部門更新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・部門削除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68BA21E-F1B9-5D50-E913-F39D26E372E2}"/>
              </a:ext>
            </a:extLst>
          </p:cNvPr>
          <p:cNvSpPr/>
          <p:nvPr/>
        </p:nvSpPr>
        <p:spPr>
          <a:xfrm>
            <a:off x="2990849" y="740229"/>
            <a:ext cx="8888187" cy="60500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t" anchorCtr="0"/>
          <a:lstStyle/>
          <a:p>
            <a:endParaRPr lang="en-US" altLang="ja-JP" sz="2800" dirty="0">
              <a:solidFill>
                <a:schemeClr val="tx1"/>
              </a:solidFill>
            </a:endParaRPr>
          </a:p>
        </p:txBody>
      </p:sp>
      <p:grpSp>
        <p:nvGrpSpPr>
          <p:cNvPr id="65" name="グループ化 64">
            <a:extLst>
              <a:ext uri="{FF2B5EF4-FFF2-40B4-BE49-F238E27FC236}">
                <a16:creationId xmlns:a16="http://schemas.microsoft.com/office/drawing/2014/main" id="{78620F92-E090-E456-6444-487E2D4207BD}"/>
              </a:ext>
            </a:extLst>
          </p:cNvPr>
          <p:cNvGrpSpPr/>
          <p:nvPr/>
        </p:nvGrpSpPr>
        <p:grpSpPr>
          <a:xfrm>
            <a:off x="4778829" y="1189603"/>
            <a:ext cx="4629151" cy="5151290"/>
            <a:chOff x="4778829" y="966481"/>
            <a:chExt cx="4629151" cy="5151290"/>
          </a:xfrm>
        </p:grpSpPr>
        <p:grpSp>
          <p:nvGrpSpPr>
            <p:cNvPr id="31" name="グループ化 30">
              <a:extLst>
                <a:ext uri="{FF2B5EF4-FFF2-40B4-BE49-F238E27FC236}">
                  <a16:creationId xmlns:a16="http://schemas.microsoft.com/office/drawing/2014/main" id="{CAD97002-F7B7-37E9-98ED-734162321CE5}"/>
                </a:ext>
              </a:extLst>
            </p:cNvPr>
            <p:cNvGrpSpPr/>
            <p:nvPr/>
          </p:nvGrpSpPr>
          <p:grpSpPr>
            <a:xfrm>
              <a:off x="4803322" y="966481"/>
              <a:ext cx="4604658" cy="690658"/>
              <a:chOff x="4748893" y="1396961"/>
              <a:chExt cx="4604658" cy="690658"/>
            </a:xfrm>
          </p:grpSpPr>
          <p:sp>
            <p:nvSpPr>
              <p:cNvPr id="24" name="正方形/長方形 23">
                <a:extLst>
                  <a:ext uri="{FF2B5EF4-FFF2-40B4-BE49-F238E27FC236}">
                    <a16:creationId xmlns:a16="http://schemas.microsoft.com/office/drawing/2014/main" id="{9462E65B-2969-A618-C452-8F5EEC834CBA}"/>
                  </a:ext>
                </a:extLst>
              </p:cNvPr>
              <p:cNvSpPr/>
              <p:nvPr/>
            </p:nvSpPr>
            <p:spPr>
              <a:xfrm>
                <a:off x="4748893" y="1396961"/>
                <a:ext cx="1194707" cy="3453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ja-JP" altLang="en-US" dirty="0">
                    <a:solidFill>
                      <a:schemeClr val="tx1"/>
                    </a:solidFill>
                  </a:rPr>
                  <a:t>氏名</a:t>
                </a:r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正方形/長方形 29">
                <a:extLst>
                  <a:ext uri="{FF2B5EF4-FFF2-40B4-BE49-F238E27FC236}">
                    <a16:creationId xmlns:a16="http://schemas.microsoft.com/office/drawing/2014/main" id="{1A8A2D00-5F1F-4927-34F1-D88A36A50EFE}"/>
                  </a:ext>
                </a:extLst>
              </p:cNvPr>
              <p:cNvSpPr/>
              <p:nvPr/>
            </p:nvSpPr>
            <p:spPr>
              <a:xfrm>
                <a:off x="4748894" y="1742290"/>
                <a:ext cx="4604657" cy="3453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氏名</a:t>
                </a:r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5" name="グループ化 34">
              <a:extLst>
                <a:ext uri="{FF2B5EF4-FFF2-40B4-BE49-F238E27FC236}">
                  <a16:creationId xmlns:a16="http://schemas.microsoft.com/office/drawing/2014/main" id="{90BB65C2-1CB5-F54A-5B3A-B00A9D4DC71A}"/>
                </a:ext>
              </a:extLst>
            </p:cNvPr>
            <p:cNvGrpSpPr/>
            <p:nvPr/>
          </p:nvGrpSpPr>
          <p:grpSpPr>
            <a:xfrm>
              <a:off x="4803322" y="1905761"/>
              <a:ext cx="4604658" cy="690658"/>
              <a:chOff x="4748893" y="1396961"/>
              <a:chExt cx="4604658" cy="690658"/>
            </a:xfrm>
          </p:grpSpPr>
          <p:sp>
            <p:nvSpPr>
              <p:cNvPr id="36" name="正方形/長方形 35">
                <a:extLst>
                  <a:ext uri="{FF2B5EF4-FFF2-40B4-BE49-F238E27FC236}">
                    <a16:creationId xmlns:a16="http://schemas.microsoft.com/office/drawing/2014/main" id="{D27E0CFA-FAB0-86D0-5C29-9EE56B10BA30}"/>
                  </a:ext>
                </a:extLst>
              </p:cNvPr>
              <p:cNvSpPr/>
              <p:nvPr/>
            </p:nvSpPr>
            <p:spPr>
              <a:xfrm>
                <a:off x="4748893" y="1396961"/>
                <a:ext cx="1194707" cy="3453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社員番号</a:t>
                </a:r>
                <a:endParaRPr lang="en-US" altLang="ja-JP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正方形/長方形 36">
                <a:extLst>
                  <a:ext uri="{FF2B5EF4-FFF2-40B4-BE49-F238E27FC236}">
                    <a16:creationId xmlns:a16="http://schemas.microsoft.com/office/drawing/2014/main" id="{3162B5ED-F86B-B946-1408-47793AC7EB5B}"/>
                  </a:ext>
                </a:extLst>
              </p:cNvPr>
              <p:cNvSpPr/>
              <p:nvPr/>
            </p:nvSpPr>
            <p:spPr>
              <a:xfrm>
                <a:off x="4748894" y="1742290"/>
                <a:ext cx="4604657" cy="3453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社員番号</a:t>
                </a:r>
                <a:endParaRPr lang="en-US" altLang="ja-JP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8" name="グループ化 37">
              <a:extLst>
                <a:ext uri="{FF2B5EF4-FFF2-40B4-BE49-F238E27FC236}">
                  <a16:creationId xmlns:a16="http://schemas.microsoft.com/office/drawing/2014/main" id="{DAE50306-E5F6-3AB0-0A5D-3157DE3ED10D}"/>
                </a:ext>
              </a:extLst>
            </p:cNvPr>
            <p:cNvGrpSpPr/>
            <p:nvPr/>
          </p:nvGrpSpPr>
          <p:grpSpPr>
            <a:xfrm>
              <a:off x="4803322" y="2841768"/>
              <a:ext cx="4604658" cy="690658"/>
              <a:chOff x="4748893" y="1396961"/>
              <a:chExt cx="4604658" cy="690658"/>
            </a:xfrm>
          </p:grpSpPr>
          <p:sp>
            <p:nvSpPr>
              <p:cNvPr id="39" name="正方形/長方形 38">
                <a:extLst>
                  <a:ext uri="{FF2B5EF4-FFF2-40B4-BE49-F238E27FC236}">
                    <a16:creationId xmlns:a16="http://schemas.microsoft.com/office/drawing/2014/main" id="{E5BB2563-E965-AF82-DECA-68F09394762D}"/>
                  </a:ext>
                </a:extLst>
              </p:cNvPr>
              <p:cNvSpPr/>
              <p:nvPr/>
            </p:nvSpPr>
            <p:spPr>
              <a:xfrm>
                <a:off x="4748893" y="1396961"/>
                <a:ext cx="1194707" cy="3453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部門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ID</a:t>
                </a:r>
              </a:p>
            </p:txBody>
          </p:sp>
          <p:sp>
            <p:nvSpPr>
              <p:cNvPr id="40" name="正方形/長方形 39">
                <a:extLst>
                  <a:ext uri="{FF2B5EF4-FFF2-40B4-BE49-F238E27FC236}">
                    <a16:creationId xmlns:a16="http://schemas.microsoft.com/office/drawing/2014/main" id="{37E1507C-7EC2-B5BE-13BA-484955C757C8}"/>
                  </a:ext>
                </a:extLst>
              </p:cNvPr>
              <p:cNvSpPr/>
              <p:nvPr/>
            </p:nvSpPr>
            <p:spPr>
              <a:xfrm>
                <a:off x="4748894" y="1742290"/>
                <a:ext cx="4604657" cy="3453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部門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ID</a:t>
                </a:r>
              </a:p>
            </p:txBody>
          </p:sp>
        </p:grpSp>
        <p:grpSp>
          <p:nvGrpSpPr>
            <p:cNvPr id="41" name="グループ化 40">
              <a:extLst>
                <a:ext uri="{FF2B5EF4-FFF2-40B4-BE49-F238E27FC236}">
                  <a16:creationId xmlns:a16="http://schemas.microsoft.com/office/drawing/2014/main" id="{E3837339-9255-A8F8-A8C5-680D90E8A731}"/>
                </a:ext>
              </a:extLst>
            </p:cNvPr>
            <p:cNvGrpSpPr/>
            <p:nvPr/>
          </p:nvGrpSpPr>
          <p:grpSpPr>
            <a:xfrm>
              <a:off x="4803322" y="3694080"/>
              <a:ext cx="4604658" cy="690658"/>
              <a:chOff x="4748893" y="1396961"/>
              <a:chExt cx="4604658" cy="690658"/>
            </a:xfrm>
          </p:grpSpPr>
          <p:sp>
            <p:nvSpPr>
              <p:cNvPr id="42" name="正方形/長方形 41">
                <a:extLst>
                  <a:ext uri="{FF2B5EF4-FFF2-40B4-BE49-F238E27FC236}">
                    <a16:creationId xmlns:a16="http://schemas.microsoft.com/office/drawing/2014/main" id="{5357C545-4004-3571-24BA-7A6D692E59D3}"/>
                  </a:ext>
                </a:extLst>
              </p:cNvPr>
              <p:cNvSpPr/>
              <p:nvPr/>
            </p:nvSpPr>
            <p:spPr>
              <a:xfrm>
                <a:off x="4748893" y="1396961"/>
                <a:ext cx="1194707" cy="3453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生年月日</a:t>
                </a:r>
                <a:endParaRPr lang="en-US" altLang="ja-JP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正方形/長方形 42">
                <a:extLst>
                  <a:ext uri="{FF2B5EF4-FFF2-40B4-BE49-F238E27FC236}">
                    <a16:creationId xmlns:a16="http://schemas.microsoft.com/office/drawing/2014/main" id="{E9A4D702-730C-AE7C-2238-6CA7CF050D44}"/>
                  </a:ext>
                </a:extLst>
              </p:cNvPr>
              <p:cNvSpPr/>
              <p:nvPr/>
            </p:nvSpPr>
            <p:spPr>
              <a:xfrm>
                <a:off x="4748894" y="1742290"/>
                <a:ext cx="4604657" cy="3453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生年月日</a:t>
                </a:r>
                <a:endParaRPr lang="en-US" altLang="ja-JP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4" name="グループ化 43">
              <a:extLst>
                <a:ext uri="{FF2B5EF4-FFF2-40B4-BE49-F238E27FC236}">
                  <a16:creationId xmlns:a16="http://schemas.microsoft.com/office/drawing/2014/main" id="{8CB591BD-F6E7-C884-2E10-32C51C0ADA86}"/>
                </a:ext>
              </a:extLst>
            </p:cNvPr>
            <p:cNvGrpSpPr/>
            <p:nvPr/>
          </p:nvGrpSpPr>
          <p:grpSpPr>
            <a:xfrm>
              <a:off x="4778829" y="4543059"/>
              <a:ext cx="4604658" cy="690657"/>
              <a:chOff x="4748893" y="1396962"/>
              <a:chExt cx="4604658" cy="690657"/>
            </a:xfrm>
          </p:grpSpPr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C85EEEDD-ECA5-9CE4-FD0F-35BDF7061C80}"/>
                  </a:ext>
                </a:extLst>
              </p:cNvPr>
              <p:cNvSpPr/>
              <p:nvPr/>
            </p:nvSpPr>
            <p:spPr>
              <a:xfrm>
                <a:off x="4748893" y="1396962"/>
                <a:ext cx="2111828" cy="32071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メールアドレス</a:t>
                </a:r>
                <a:endParaRPr lang="en-US" altLang="ja-JP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正方形/長方形 45">
                <a:extLst>
                  <a:ext uri="{FF2B5EF4-FFF2-40B4-BE49-F238E27FC236}">
                    <a16:creationId xmlns:a16="http://schemas.microsoft.com/office/drawing/2014/main" id="{F109F785-481E-D75A-FD36-647FF5B14E1B}"/>
                  </a:ext>
                </a:extLst>
              </p:cNvPr>
              <p:cNvSpPr/>
              <p:nvPr/>
            </p:nvSpPr>
            <p:spPr>
              <a:xfrm>
                <a:off x="4748894" y="1742290"/>
                <a:ext cx="4604657" cy="3453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メールアドレス</a:t>
                </a:r>
                <a:endParaRPr lang="en-US" altLang="ja-JP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8296C2C9-7ABE-06AF-7516-BC4E88E0E0BC}"/>
                </a:ext>
              </a:extLst>
            </p:cNvPr>
            <p:cNvGrpSpPr/>
            <p:nvPr/>
          </p:nvGrpSpPr>
          <p:grpSpPr>
            <a:xfrm>
              <a:off x="4778829" y="5427114"/>
              <a:ext cx="4604658" cy="690657"/>
              <a:chOff x="4748893" y="1396962"/>
              <a:chExt cx="4604658" cy="690657"/>
            </a:xfrm>
          </p:grpSpPr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5EC0C9FC-2901-8AE1-D875-A7CEC8F80A25}"/>
                  </a:ext>
                </a:extLst>
              </p:cNvPr>
              <p:cNvSpPr/>
              <p:nvPr/>
            </p:nvSpPr>
            <p:spPr>
              <a:xfrm>
                <a:off x="4748893" y="1396962"/>
                <a:ext cx="2111828" cy="32071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入社日</a:t>
                </a:r>
                <a:endParaRPr lang="en-US" altLang="ja-JP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D5B3A295-7D55-9062-8DC2-C5913E6D4AB1}"/>
                  </a:ext>
                </a:extLst>
              </p:cNvPr>
              <p:cNvSpPr/>
              <p:nvPr/>
            </p:nvSpPr>
            <p:spPr>
              <a:xfrm>
                <a:off x="4748894" y="1742290"/>
                <a:ext cx="4604657" cy="3453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入社日</a:t>
                </a:r>
                <a:endParaRPr lang="en-US" altLang="ja-JP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A49C46B-EE95-FCBC-71B9-E0CEF233183C}"/>
              </a:ext>
            </a:extLst>
          </p:cNvPr>
          <p:cNvSpPr/>
          <p:nvPr/>
        </p:nvSpPr>
        <p:spPr>
          <a:xfrm>
            <a:off x="9984509" y="6044560"/>
            <a:ext cx="1733550" cy="5926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</a:rPr>
              <a:t>確認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471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C21247-B58F-7680-D681-17782C822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C31D72D-583E-D9BD-DD63-47EF73DA1D0F}"/>
              </a:ext>
            </a:extLst>
          </p:cNvPr>
          <p:cNvSpPr/>
          <p:nvPr/>
        </p:nvSpPr>
        <p:spPr>
          <a:xfrm>
            <a:off x="2990849" y="98567"/>
            <a:ext cx="1981201" cy="5926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</a:rPr>
              <a:t>従業員登録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C9BB60D-14DC-6700-3B41-68CE9C5369EF}"/>
              </a:ext>
            </a:extLst>
          </p:cNvPr>
          <p:cNvSpPr/>
          <p:nvPr/>
        </p:nvSpPr>
        <p:spPr>
          <a:xfrm>
            <a:off x="-1" y="0"/>
            <a:ext cx="2797629" cy="68580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6B2B264-900E-3BCD-B15B-3F9C09E2C8CD}"/>
              </a:ext>
            </a:extLst>
          </p:cNvPr>
          <p:cNvSpPr/>
          <p:nvPr/>
        </p:nvSpPr>
        <p:spPr>
          <a:xfrm>
            <a:off x="59871" y="417881"/>
            <a:ext cx="2677886" cy="592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bg1"/>
                </a:solidFill>
              </a:rPr>
              <a:t>社員情報管理システム</a:t>
            </a: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77BE8DD3-E334-D871-687B-3EA7AA53A90B}"/>
              </a:ext>
            </a:extLst>
          </p:cNvPr>
          <p:cNvGrpSpPr/>
          <p:nvPr/>
        </p:nvGrpSpPr>
        <p:grpSpPr>
          <a:xfrm>
            <a:off x="59871" y="1306880"/>
            <a:ext cx="2677886" cy="1880217"/>
            <a:chOff x="59871" y="1635869"/>
            <a:chExt cx="2677886" cy="1880217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DA9EF74D-4869-363C-AB3E-199ED730E4FF}"/>
                </a:ext>
              </a:extLst>
            </p:cNvPr>
            <p:cNvSpPr/>
            <p:nvPr/>
          </p:nvSpPr>
          <p:spPr>
            <a:xfrm>
              <a:off x="59871" y="1635869"/>
              <a:ext cx="2677886" cy="592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 従業員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67DE5BF5-4795-D5B3-E67C-68676148964A}"/>
                </a:ext>
              </a:extLst>
            </p:cNvPr>
            <p:cNvSpPr/>
            <p:nvPr/>
          </p:nvSpPr>
          <p:spPr>
            <a:xfrm>
              <a:off x="312964" y="2228535"/>
              <a:ext cx="2171700" cy="12875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noAutofit/>
            </a:bodyPr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・従業員一覧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kumimoji="1" lang="ja-JP" altLang="en-US" b="1" dirty="0">
                  <a:solidFill>
                    <a:schemeClr val="bg1"/>
                  </a:solidFill>
                </a:rPr>
                <a:t>・従業員登録</a:t>
              </a:r>
              <a:endParaRPr kumimoji="1"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・従業員更新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・従業員削除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3F444140-1E85-FDD7-30BC-A8E3BA2094CD}"/>
              </a:ext>
            </a:extLst>
          </p:cNvPr>
          <p:cNvGrpSpPr/>
          <p:nvPr/>
        </p:nvGrpSpPr>
        <p:grpSpPr>
          <a:xfrm>
            <a:off x="59870" y="3187097"/>
            <a:ext cx="2677886" cy="1880217"/>
            <a:chOff x="59871" y="1635869"/>
            <a:chExt cx="2677886" cy="1880217"/>
          </a:xfrm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21AE4B94-72F7-8F1A-4B92-3B1FA5D7C039}"/>
                </a:ext>
              </a:extLst>
            </p:cNvPr>
            <p:cNvSpPr/>
            <p:nvPr/>
          </p:nvSpPr>
          <p:spPr>
            <a:xfrm>
              <a:off x="59871" y="1635869"/>
              <a:ext cx="2677886" cy="592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 部門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A285191F-47BE-7331-0C20-187D3D75AEDB}"/>
                </a:ext>
              </a:extLst>
            </p:cNvPr>
            <p:cNvSpPr/>
            <p:nvPr/>
          </p:nvSpPr>
          <p:spPr>
            <a:xfrm>
              <a:off x="312964" y="2228535"/>
              <a:ext cx="2171700" cy="12875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noAutofit/>
            </a:bodyPr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・部門一覧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kumimoji="1" lang="ja-JP" altLang="en-US" b="1" dirty="0">
                  <a:solidFill>
                    <a:schemeClr val="bg1"/>
                  </a:solidFill>
                </a:rPr>
                <a:t>・部門登録</a:t>
              </a:r>
              <a:endParaRPr kumimoji="1"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・部門更新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・部門削除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EE98234-79BA-E431-49EC-6A6421E38573}"/>
              </a:ext>
            </a:extLst>
          </p:cNvPr>
          <p:cNvSpPr/>
          <p:nvPr/>
        </p:nvSpPr>
        <p:spPr>
          <a:xfrm>
            <a:off x="2990849" y="740229"/>
            <a:ext cx="8888187" cy="60500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t" anchorCtr="0"/>
          <a:lstStyle/>
          <a:p>
            <a:endParaRPr lang="en-US" altLang="ja-JP" sz="2800" dirty="0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CAE7A4A-EBFE-AC8F-CBE6-A07ACA57D31D}"/>
              </a:ext>
            </a:extLst>
          </p:cNvPr>
          <p:cNvSpPr/>
          <p:nvPr/>
        </p:nvSpPr>
        <p:spPr>
          <a:xfrm>
            <a:off x="5615667" y="1010547"/>
            <a:ext cx="2930979" cy="5926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</a:rPr>
              <a:t>従業員登録の確認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8D6026B4-F3BC-6986-DDAD-3CCE17AB1AC7}"/>
              </a:ext>
            </a:extLst>
          </p:cNvPr>
          <p:cNvGrpSpPr/>
          <p:nvPr/>
        </p:nvGrpSpPr>
        <p:grpSpPr>
          <a:xfrm>
            <a:off x="4778828" y="2167080"/>
            <a:ext cx="4604658" cy="2256458"/>
            <a:chOff x="4803322" y="2300771"/>
            <a:chExt cx="4604658" cy="2256458"/>
          </a:xfrm>
        </p:grpSpPr>
        <p:grpSp>
          <p:nvGrpSpPr>
            <p:cNvPr id="31" name="グループ化 30">
              <a:extLst>
                <a:ext uri="{FF2B5EF4-FFF2-40B4-BE49-F238E27FC236}">
                  <a16:creationId xmlns:a16="http://schemas.microsoft.com/office/drawing/2014/main" id="{AF14978A-4441-48E0-5C66-180CC770AE87}"/>
                </a:ext>
              </a:extLst>
            </p:cNvPr>
            <p:cNvGrpSpPr/>
            <p:nvPr/>
          </p:nvGrpSpPr>
          <p:grpSpPr>
            <a:xfrm>
              <a:off x="4803322" y="2300771"/>
              <a:ext cx="4604658" cy="690658"/>
              <a:chOff x="4748893" y="1396961"/>
              <a:chExt cx="4604658" cy="690658"/>
            </a:xfrm>
          </p:grpSpPr>
          <p:sp>
            <p:nvSpPr>
              <p:cNvPr id="24" name="正方形/長方形 23">
                <a:extLst>
                  <a:ext uri="{FF2B5EF4-FFF2-40B4-BE49-F238E27FC236}">
                    <a16:creationId xmlns:a16="http://schemas.microsoft.com/office/drawing/2014/main" id="{4F7DBBB0-7D51-8228-B818-F890D633BC5A}"/>
                  </a:ext>
                </a:extLst>
              </p:cNvPr>
              <p:cNvSpPr/>
              <p:nvPr/>
            </p:nvSpPr>
            <p:spPr>
              <a:xfrm>
                <a:off x="4748893" y="1396961"/>
                <a:ext cx="1194707" cy="3453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ja-JP" altLang="en-US" dirty="0">
                    <a:solidFill>
                      <a:schemeClr val="tx1"/>
                    </a:solidFill>
                  </a:rPr>
                  <a:t>氏名</a:t>
                </a:r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正方形/長方形 29">
                <a:extLst>
                  <a:ext uri="{FF2B5EF4-FFF2-40B4-BE49-F238E27FC236}">
                    <a16:creationId xmlns:a16="http://schemas.microsoft.com/office/drawing/2014/main" id="{00AD37EA-CF00-CB94-02DC-133A2675A320}"/>
                  </a:ext>
                </a:extLst>
              </p:cNvPr>
              <p:cNvSpPr/>
              <p:nvPr/>
            </p:nvSpPr>
            <p:spPr>
              <a:xfrm>
                <a:off x="4748894" y="1742290"/>
                <a:ext cx="4604657" cy="3453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氏名</a:t>
                </a:r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A42FB76E-2A39-335B-9F6A-484F803CC5DC}"/>
                </a:ext>
              </a:extLst>
            </p:cNvPr>
            <p:cNvGrpSpPr/>
            <p:nvPr/>
          </p:nvGrpSpPr>
          <p:grpSpPr>
            <a:xfrm>
              <a:off x="4803322" y="3866572"/>
              <a:ext cx="4604658" cy="690657"/>
              <a:chOff x="4748893" y="1396962"/>
              <a:chExt cx="4604658" cy="690657"/>
            </a:xfrm>
          </p:grpSpPr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D0916690-3081-EFA2-D638-7CD8639DD5E4}"/>
                  </a:ext>
                </a:extLst>
              </p:cNvPr>
              <p:cNvSpPr/>
              <p:nvPr/>
            </p:nvSpPr>
            <p:spPr>
              <a:xfrm>
                <a:off x="4748893" y="1396962"/>
                <a:ext cx="2111828" cy="32071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入社日</a:t>
                </a:r>
                <a:endParaRPr lang="en-US" altLang="ja-JP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C3530530-D152-5A9C-AD1A-33E85A5C7A4C}"/>
                  </a:ext>
                </a:extLst>
              </p:cNvPr>
              <p:cNvSpPr/>
              <p:nvPr/>
            </p:nvSpPr>
            <p:spPr>
              <a:xfrm>
                <a:off x="4748894" y="1742290"/>
                <a:ext cx="4604657" cy="3453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入社日</a:t>
                </a:r>
                <a:endParaRPr lang="en-US" altLang="ja-JP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A7A99ABB-1874-3315-B462-2B91D743CF97}"/>
                </a:ext>
              </a:extLst>
            </p:cNvPr>
            <p:cNvSpPr/>
            <p:nvPr/>
          </p:nvSpPr>
          <p:spPr>
            <a:xfrm>
              <a:off x="6553200" y="3298403"/>
              <a:ext cx="1055914" cy="592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>
                  <a:solidFill>
                    <a:schemeClr val="tx1"/>
                  </a:solidFill>
                </a:rPr>
                <a:t>～</a:t>
              </a:r>
            </a:p>
          </p:txBody>
        </p:sp>
      </p:grp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9571BF8-41DD-0E8E-4E07-7550448B9B0E}"/>
              </a:ext>
            </a:extLst>
          </p:cNvPr>
          <p:cNvSpPr/>
          <p:nvPr/>
        </p:nvSpPr>
        <p:spPr>
          <a:xfrm>
            <a:off x="5012191" y="5125599"/>
            <a:ext cx="4137932" cy="5926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</a:rPr>
              <a:t>こちらで登録してよろしいでしょうか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34FDAF4-0A36-D4AC-CA43-FFAA5E2A4F08}"/>
              </a:ext>
            </a:extLst>
          </p:cNvPr>
          <p:cNvSpPr/>
          <p:nvPr/>
        </p:nvSpPr>
        <p:spPr>
          <a:xfrm>
            <a:off x="6096000" y="5957933"/>
            <a:ext cx="1733550" cy="5926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tx1"/>
                </a:solidFill>
              </a:rPr>
              <a:t>登録</a:t>
            </a:r>
          </a:p>
        </p:txBody>
      </p:sp>
    </p:spTree>
    <p:extLst>
      <p:ext uri="{BB962C8B-B14F-4D97-AF65-F5344CB8AC3E}">
        <p14:creationId xmlns:p14="http://schemas.microsoft.com/office/powerpoint/2010/main" val="4274858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3CD424-7082-B69A-594C-3783773C2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A0E8B32-D79F-4D7B-AD5D-CC4C596A45F9}"/>
              </a:ext>
            </a:extLst>
          </p:cNvPr>
          <p:cNvSpPr/>
          <p:nvPr/>
        </p:nvSpPr>
        <p:spPr>
          <a:xfrm>
            <a:off x="2990849" y="98567"/>
            <a:ext cx="1981201" cy="5926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</a:rPr>
              <a:t>従業員更新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729940A-B963-0D2A-5E5A-9B469479D24A}"/>
              </a:ext>
            </a:extLst>
          </p:cNvPr>
          <p:cNvSpPr/>
          <p:nvPr/>
        </p:nvSpPr>
        <p:spPr>
          <a:xfrm>
            <a:off x="-1" y="0"/>
            <a:ext cx="2797629" cy="68580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64CC62E-E588-E6D9-36DF-20F9D104602A}"/>
              </a:ext>
            </a:extLst>
          </p:cNvPr>
          <p:cNvSpPr/>
          <p:nvPr/>
        </p:nvSpPr>
        <p:spPr>
          <a:xfrm>
            <a:off x="59871" y="417881"/>
            <a:ext cx="2677886" cy="592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bg1"/>
                </a:solidFill>
              </a:rPr>
              <a:t>社員情報管理システム</a:t>
            </a: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ADEA7118-CCD3-1631-6B56-8797C6676CFF}"/>
              </a:ext>
            </a:extLst>
          </p:cNvPr>
          <p:cNvGrpSpPr/>
          <p:nvPr/>
        </p:nvGrpSpPr>
        <p:grpSpPr>
          <a:xfrm>
            <a:off x="59871" y="1306880"/>
            <a:ext cx="2677886" cy="1880217"/>
            <a:chOff x="59871" y="1635869"/>
            <a:chExt cx="2677886" cy="1880217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005F8CFE-B49B-4B00-3F52-2757D02054BC}"/>
                </a:ext>
              </a:extLst>
            </p:cNvPr>
            <p:cNvSpPr/>
            <p:nvPr/>
          </p:nvSpPr>
          <p:spPr>
            <a:xfrm>
              <a:off x="59871" y="1635869"/>
              <a:ext cx="2677886" cy="592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 従業員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0520B7EF-3EAA-E3A4-A098-9CCA720034F2}"/>
                </a:ext>
              </a:extLst>
            </p:cNvPr>
            <p:cNvSpPr/>
            <p:nvPr/>
          </p:nvSpPr>
          <p:spPr>
            <a:xfrm>
              <a:off x="312964" y="2228535"/>
              <a:ext cx="2171700" cy="12875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noAutofit/>
            </a:bodyPr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・従業員一覧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kumimoji="1" lang="ja-JP" altLang="en-US" b="1" dirty="0">
                  <a:solidFill>
                    <a:schemeClr val="bg1"/>
                  </a:solidFill>
                </a:rPr>
                <a:t>・従業員登録</a:t>
              </a:r>
              <a:endParaRPr kumimoji="1"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・従業員更新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・従業員削除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B18BBEE1-A506-6630-997F-C784A641611F}"/>
              </a:ext>
            </a:extLst>
          </p:cNvPr>
          <p:cNvGrpSpPr/>
          <p:nvPr/>
        </p:nvGrpSpPr>
        <p:grpSpPr>
          <a:xfrm>
            <a:off x="59870" y="3187097"/>
            <a:ext cx="2677886" cy="1880217"/>
            <a:chOff x="59871" y="1635869"/>
            <a:chExt cx="2677886" cy="1880217"/>
          </a:xfrm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69BB81ED-FA00-5903-F0F7-E71AB18CE0AE}"/>
                </a:ext>
              </a:extLst>
            </p:cNvPr>
            <p:cNvSpPr/>
            <p:nvPr/>
          </p:nvSpPr>
          <p:spPr>
            <a:xfrm>
              <a:off x="59871" y="1635869"/>
              <a:ext cx="2677886" cy="592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 部門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2FB779E7-B602-7581-E107-AEEF3A14A621}"/>
                </a:ext>
              </a:extLst>
            </p:cNvPr>
            <p:cNvSpPr/>
            <p:nvPr/>
          </p:nvSpPr>
          <p:spPr>
            <a:xfrm>
              <a:off x="312964" y="2228535"/>
              <a:ext cx="2171700" cy="12875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noAutofit/>
            </a:bodyPr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・部門一覧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kumimoji="1" lang="ja-JP" altLang="en-US" b="1" dirty="0">
                  <a:solidFill>
                    <a:schemeClr val="bg1"/>
                  </a:solidFill>
                </a:rPr>
                <a:t>・部門登録</a:t>
              </a:r>
              <a:endParaRPr kumimoji="1"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・部門更新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・部門削除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0781F87-6BC9-AEEE-8EE9-9F9DA98CCE13}"/>
              </a:ext>
            </a:extLst>
          </p:cNvPr>
          <p:cNvSpPr/>
          <p:nvPr/>
        </p:nvSpPr>
        <p:spPr>
          <a:xfrm>
            <a:off x="2990849" y="740229"/>
            <a:ext cx="8888187" cy="60500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t" anchorCtr="0"/>
          <a:lstStyle/>
          <a:p>
            <a:endParaRPr lang="en-US" altLang="ja-JP" sz="2800" dirty="0">
              <a:solidFill>
                <a:schemeClr val="tx1"/>
              </a:solidFill>
            </a:endParaRPr>
          </a:p>
        </p:txBody>
      </p:sp>
      <p:grpSp>
        <p:nvGrpSpPr>
          <p:cNvPr id="65" name="グループ化 64">
            <a:extLst>
              <a:ext uri="{FF2B5EF4-FFF2-40B4-BE49-F238E27FC236}">
                <a16:creationId xmlns:a16="http://schemas.microsoft.com/office/drawing/2014/main" id="{08087665-1E0E-FCEE-7218-E668AC93F7F4}"/>
              </a:ext>
            </a:extLst>
          </p:cNvPr>
          <p:cNvGrpSpPr/>
          <p:nvPr/>
        </p:nvGrpSpPr>
        <p:grpSpPr>
          <a:xfrm>
            <a:off x="4778829" y="1189603"/>
            <a:ext cx="4629151" cy="5151290"/>
            <a:chOff x="4778829" y="966481"/>
            <a:chExt cx="4629151" cy="5151290"/>
          </a:xfrm>
        </p:grpSpPr>
        <p:grpSp>
          <p:nvGrpSpPr>
            <p:cNvPr id="31" name="グループ化 30">
              <a:extLst>
                <a:ext uri="{FF2B5EF4-FFF2-40B4-BE49-F238E27FC236}">
                  <a16:creationId xmlns:a16="http://schemas.microsoft.com/office/drawing/2014/main" id="{DA78EE11-EBDD-1A80-F288-1AE0A1B7136A}"/>
                </a:ext>
              </a:extLst>
            </p:cNvPr>
            <p:cNvGrpSpPr/>
            <p:nvPr/>
          </p:nvGrpSpPr>
          <p:grpSpPr>
            <a:xfrm>
              <a:off x="4803322" y="966481"/>
              <a:ext cx="4604658" cy="690658"/>
              <a:chOff x="4748893" y="1396961"/>
              <a:chExt cx="4604658" cy="690658"/>
            </a:xfrm>
          </p:grpSpPr>
          <p:sp>
            <p:nvSpPr>
              <p:cNvPr id="24" name="正方形/長方形 23">
                <a:extLst>
                  <a:ext uri="{FF2B5EF4-FFF2-40B4-BE49-F238E27FC236}">
                    <a16:creationId xmlns:a16="http://schemas.microsoft.com/office/drawing/2014/main" id="{41A1B87E-3809-2CD6-F596-07E9DB51F671}"/>
                  </a:ext>
                </a:extLst>
              </p:cNvPr>
              <p:cNvSpPr/>
              <p:nvPr/>
            </p:nvSpPr>
            <p:spPr>
              <a:xfrm>
                <a:off x="4748893" y="1396961"/>
                <a:ext cx="1194707" cy="3453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ja-JP" altLang="en-US" dirty="0">
                    <a:solidFill>
                      <a:schemeClr val="tx1"/>
                    </a:solidFill>
                  </a:rPr>
                  <a:t>氏名</a:t>
                </a:r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正方形/長方形 29">
                <a:extLst>
                  <a:ext uri="{FF2B5EF4-FFF2-40B4-BE49-F238E27FC236}">
                    <a16:creationId xmlns:a16="http://schemas.microsoft.com/office/drawing/2014/main" id="{632BAF4E-A275-057D-05D7-145F180639BE}"/>
                  </a:ext>
                </a:extLst>
              </p:cNvPr>
              <p:cNvSpPr/>
              <p:nvPr/>
            </p:nvSpPr>
            <p:spPr>
              <a:xfrm>
                <a:off x="4748894" y="1742290"/>
                <a:ext cx="4604657" cy="3453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氏名</a:t>
                </a:r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5" name="グループ化 34">
              <a:extLst>
                <a:ext uri="{FF2B5EF4-FFF2-40B4-BE49-F238E27FC236}">
                  <a16:creationId xmlns:a16="http://schemas.microsoft.com/office/drawing/2014/main" id="{A54EC123-F935-4A81-557A-DE3B7E9ABB47}"/>
                </a:ext>
              </a:extLst>
            </p:cNvPr>
            <p:cNvGrpSpPr/>
            <p:nvPr/>
          </p:nvGrpSpPr>
          <p:grpSpPr>
            <a:xfrm>
              <a:off x="4803322" y="1905761"/>
              <a:ext cx="4604658" cy="690658"/>
              <a:chOff x="4748893" y="1396961"/>
              <a:chExt cx="4604658" cy="690658"/>
            </a:xfrm>
          </p:grpSpPr>
          <p:sp>
            <p:nvSpPr>
              <p:cNvPr id="36" name="正方形/長方形 35">
                <a:extLst>
                  <a:ext uri="{FF2B5EF4-FFF2-40B4-BE49-F238E27FC236}">
                    <a16:creationId xmlns:a16="http://schemas.microsoft.com/office/drawing/2014/main" id="{EBEB0F03-008F-8FB8-EF8F-58FAAA7B2E66}"/>
                  </a:ext>
                </a:extLst>
              </p:cNvPr>
              <p:cNvSpPr/>
              <p:nvPr/>
            </p:nvSpPr>
            <p:spPr>
              <a:xfrm>
                <a:off x="4748893" y="1396961"/>
                <a:ext cx="1194707" cy="3453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社員番号</a:t>
                </a:r>
                <a:endParaRPr lang="en-US" altLang="ja-JP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正方形/長方形 36">
                <a:extLst>
                  <a:ext uri="{FF2B5EF4-FFF2-40B4-BE49-F238E27FC236}">
                    <a16:creationId xmlns:a16="http://schemas.microsoft.com/office/drawing/2014/main" id="{091906F1-8F42-A3A7-B88E-166073B89706}"/>
                  </a:ext>
                </a:extLst>
              </p:cNvPr>
              <p:cNvSpPr/>
              <p:nvPr/>
            </p:nvSpPr>
            <p:spPr>
              <a:xfrm>
                <a:off x="4748894" y="1742290"/>
                <a:ext cx="4604657" cy="3453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社員番号</a:t>
                </a:r>
                <a:endParaRPr lang="en-US" altLang="ja-JP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8" name="グループ化 37">
              <a:extLst>
                <a:ext uri="{FF2B5EF4-FFF2-40B4-BE49-F238E27FC236}">
                  <a16:creationId xmlns:a16="http://schemas.microsoft.com/office/drawing/2014/main" id="{7753FF27-7D40-F630-5578-8D3E81C4FFF2}"/>
                </a:ext>
              </a:extLst>
            </p:cNvPr>
            <p:cNvGrpSpPr/>
            <p:nvPr/>
          </p:nvGrpSpPr>
          <p:grpSpPr>
            <a:xfrm>
              <a:off x="4803322" y="2841768"/>
              <a:ext cx="4604658" cy="690658"/>
              <a:chOff x="4748893" y="1396961"/>
              <a:chExt cx="4604658" cy="690658"/>
            </a:xfrm>
          </p:grpSpPr>
          <p:sp>
            <p:nvSpPr>
              <p:cNvPr id="39" name="正方形/長方形 38">
                <a:extLst>
                  <a:ext uri="{FF2B5EF4-FFF2-40B4-BE49-F238E27FC236}">
                    <a16:creationId xmlns:a16="http://schemas.microsoft.com/office/drawing/2014/main" id="{21ADDC0F-CE4A-6BB2-4BBD-5ABAF49C0067}"/>
                  </a:ext>
                </a:extLst>
              </p:cNvPr>
              <p:cNvSpPr/>
              <p:nvPr/>
            </p:nvSpPr>
            <p:spPr>
              <a:xfrm>
                <a:off x="4748893" y="1396961"/>
                <a:ext cx="1194707" cy="3453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部門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ID</a:t>
                </a:r>
              </a:p>
            </p:txBody>
          </p:sp>
          <p:sp>
            <p:nvSpPr>
              <p:cNvPr id="40" name="正方形/長方形 39">
                <a:extLst>
                  <a:ext uri="{FF2B5EF4-FFF2-40B4-BE49-F238E27FC236}">
                    <a16:creationId xmlns:a16="http://schemas.microsoft.com/office/drawing/2014/main" id="{1D937477-960A-3860-7F49-71D03B5199A7}"/>
                  </a:ext>
                </a:extLst>
              </p:cNvPr>
              <p:cNvSpPr/>
              <p:nvPr/>
            </p:nvSpPr>
            <p:spPr>
              <a:xfrm>
                <a:off x="4748894" y="1742290"/>
                <a:ext cx="4604657" cy="3453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部門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ID</a:t>
                </a:r>
              </a:p>
            </p:txBody>
          </p:sp>
        </p:grpSp>
        <p:grpSp>
          <p:nvGrpSpPr>
            <p:cNvPr id="41" name="グループ化 40">
              <a:extLst>
                <a:ext uri="{FF2B5EF4-FFF2-40B4-BE49-F238E27FC236}">
                  <a16:creationId xmlns:a16="http://schemas.microsoft.com/office/drawing/2014/main" id="{58B171BC-8869-A9D7-352A-FF8F25C0DD4C}"/>
                </a:ext>
              </a:extLst>
            </p:cNvPr>
            <p:cNvGrpSpPr/>
            <p:nvPr/>
          </p:nvGrpSpPr>
          <p:grpSpPr>
            <a:xfrm>
              <a:off x="4803322" y="3694080"/>
              <a:ext cx="4604658" cy="690658"/>
              <a:chOff x="4748893" y="1396961"/>
              <a:chExt cx="4604658" cy="690658"/>
            </a:xfrm>
          </p:grpSpPr>
          <p:sp>
            <p:nvSpPr>
              <p:cNvPr id="42" name="正方形/長方形 41">
                <a:extLst>
                  <a:ext uri="{FF2B5EF4-FFF2-40B4-BE49-F238E27FC236}">
                    <a16:creationId xmlns:a16="http://schemas.microsoft.com/office/drawing/2014/main" id="{B94E3322-80DE-C7D1-D071-9A42ECBB0386}"/>
                  </a:ext>
                </a:extLst>
              </p:cNvPr>
              <p:cNvSpPr/>
              <p:nvPr/>
            </p:nvSpPr>
            <p:spPr>
              <a:xfrm>
                <a:off x="4748893" y="1396961"/>
                <a:ext cx="1194707" cy="3453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生年月日</a:t>
                </a:r>
                <a:endParaRPr lang="en-US" altLang="ja-JP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正方形/長方形 42">
                <a:extLst>
                  <a:ext uri="{FF2B5EF4-FFF2-40B4-BE49-F238E27FC236}">
                    <a16:creationId xmlns:a16="http://schemas.microsoft.com/office/drawing/2014/main" id="{74AF1826-EEAE-820C-CA79-CD59F0587F5F}"/>
                  </a:ext>
                </a:extLst>
              </p:cNvPr>
              <p:cNvSpPr/>
              <p:nvPr/>
            </p:nvSpPr>
            <p:spPr>
              <a:xfrm>
                <a:off x="4748894" y="1742290"/>
                <a:ext cx="4604657" cy="3453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生年月日</a:t>
                </a:r>
                <a:endParaRPr lang="en-US" altLang="ja-JP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4" name="グループ化 43">
              <a:extLst>
                <a:ext uri="{FF2B5EF4-FFF2-40B4-BE49-F238E27FC236}">
                  <a16:creationId xmlns:a16="http://schemas.microsoft.com/office/drawing/2014/main" id="{218E0F39-4396-0391-5763-B360C645F408}"/>
                </a:ext>
              </a:extLst>
            </p:cNvPr>
            <p:cNvGrpSpPr/>
            <p:nvPr/>
          </p:nvGrpSpPr>
          <p:grpSpPr>
            <a:xfrm>
              <a:off x="4778829" y="4543059"/>
              <a:ext cx="4604658" cy="690657"/>
              <a:chOff x="4748893" y="1396962"/>
              <a:chExt cx="4604658" cy="690657"/>
            </a:xfrm>
          </p:grpSpPr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C28A9FF7-F921-15DB-0941-FDE2BDAFF3BC}"/>
                  </a:ext>
                </a:extLst>
              </p:cNvPr>
              <p:cNvSpPr/>
              <p:nvPr/>
            </p:nvSpPr>
            <p:spPr>
              <a:xfrm>
                <a:off x="4748893" y="1396962"/>
                <a:ext cx="2111828" cy="32071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メールアドレス</a:t>
                </a:r>
                <a:endParaRPr lang="en-US" altLang="ja-JP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正方形/長方形 45">
                <a:extLst>
                  <a:ext uri="{FF2B5EF4-FFF2-40B4-BE49-F238E27FC236}">
                    <a16:creationId xmlns:a16="http://schemas.microsoft.com/office/drawing/2014/main" id="{9BB5583F-7980-5115-CEB3-10331DBC8858}"/>
                  </a:ext>
                </a:extLst>
              </p:cNvPr>
              <p:cNvSpPr/>
              <p:nvPr/>
            </p:nvSpPr>
            <p:spPr>
              <a:xfrm>
                <a:off x="4748894" y="1742290"/>
                <a:ext cx="4604657" cy="3453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メールアドレス</a:t>
                </a:r>
                <a:endParaRPr lang="en-US" altLang="ja-JP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76627E6C-2CBC-F7AB-566A-F210515C7B24}"/>
                </a:ext>
              </a:extLst>
            </p:cNvPr>
            <p:cNvGrpSpPr/>
            <p:nvPr/>
          </p:nvGrpSpPr>
          <p:grpSpPr>
            <a:xfrm>
              <a:off x="4778829" y="5427114"/>
              <a:ext cx="4604658" cy="690657"/>
              <a:chOff x="4748893" y="1396962"/>
              <a:chExt cx="4604658" cy="690657"/>
            </a:xfrm>
          </p:grpSpPr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EE7A579A-1AFA-2D73-29AA-8ACADA5BFAC4}"/>
                  </a:ext>
                </a:extLst>
              </p:cNvPr>
              <p:cNvSpPr/>
              <p:nvPr/>
            </p:nvSpPr>
            <p:spPr>
              <a:xfrm>
                <a:off x="4748893" y="1396962"/>
                <a:ext cx="2111828" cy="32071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入社日</a:t>
                </a:r>
                <a:endParaRPr lang="en-US" altLang="ja-JP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9B311621-C7FE-DB58-E799-FFAD9FF454B3}"/>
                  </a:ext>
                </a:extLst>
              </p:cNvPr>
              <p:cNvSpPr/>
              <p:nvPr/>
            </p:nvSpPr>
            <p:spPr>
              <a:xfrm>
                <a:off x="4748894" y="1742290"/>
                <a:ext cx="4604657" cy="3453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入社日</a:t>
                </a:r>
                <a:endParaRPr lang="en-US" altLang="ja-JP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0B1CBCB-03FE-3443-AD1E-2E6F53E5C430}"/>
              </a:ext>
            </a:extLst>
          </p:cNvPr>
          <p:cNvSpPr/>
          <p:nvPr/>
        </p:nvSpPr>
        <p:spPr>
          <a:xfrm>
            <a:off x="9984509" y="6044560"/>
            <a:ext cx="1733550" cy="5926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</a:rPr>
              <a:t>確認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335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7FDBB9-41A6-8913-CCDB-BD9F9B3AB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5408AD6-5FE8-B213-4188-09D7105CD3A9}"/>
              </a:ext>
            </a:extLst>
          </p:cNvPr>
          <p:cNvSpPr/>
          <p:nvPr/>
        </p:nvSpPr>
        <p:spPr>
          <a:xfrm>
            <a:off x="2990849" y="98567"/>
            <a:ext cx="1981201" cy="5926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</a:rPr>
              <a:t>従業員更新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90BC2FC-2ADB-B404-E9CA-334A5189E67D}"/>
              </a:ext>
            </a:extLst>
          </p:cNvPr>
          <p:cNvSpPr/>
          <p:nvPr/>
        </p:nvSpPr>
        <p:spPr>
          <a:xfrm>
            <a:off x="-1" y="0"/>
            <a:ext cx="2797629" cy="68580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EDF08D1-8783-6B85-2F14-4721373EF393}"/>
              </a:ext>
            </a:extLst>
          </p:cNvPr>
          <p:cNvSpPr/>
          <p:nvPr/>
        </p:nvSpPr>
        <p:spPr>
          <a:xfrm>
            <a:off x="59871" y="417881"/>
            <a:ext cx="2677886" cy="592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bg1"/>
                </a:solidFill>
              </a:rPr>
              <a:t>社員情報管理システム</a:t>
            </a: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77610B38-A7E1-2A9D-7FAE-E1D498CA20E4}"/>
              </a:ext>
            </a:extLst>
          </p:cNvPr>
          <p:cNvGrpSpPr/>
          <p:nvPr/>
        </p:nvGrpSpPr>
        <p:grpSpPr>
          <a:xfrm>
            <a:off x="59871" y="1306880"/>
            <a:ext cx="2677886" cy="1880217"/>
            <a:chOff x="59871" y="1635869"/>
            <a:chExt cx="2677886" cy="1880217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7925E556-B2FA-0CE3-AEF8-6ED8E74C27B2}"/>
                </a:ext>
              </a:extLst>
            </p:cNvPr>
            <p:cNvSpPr/>
            <p:nvPr/>
          </p:nvSpPr>
          <p:spPr>
            <a:xfrm>
              <a:off x="59871" y="1635869"/>
              <a:ext cx="2677886" cy="592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 従業員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BF31FEA4-F8ED-EEA0-2EF4-A502E5F09CF9}"/>
                </a:ext>
              </a:extLst>
            </p:cNvPr>
            <p:cNvSpPr/>
            <p:nvPr/>
          </p:nvSpPr>
          <p:spPr>
            <a:xfrm>
              <a:off x="312964" y="2228535"/>
              <a:ext cx="2171700" cy="12875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noAutofit/>
            </a:bodyPr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・従業員一覧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kumimoji="1" lang="ja-JP" altLang="en-US" b="1" dirty="0">
                  <a:solidFill>
                    <a:schemeClr val="bg1"/>
                  </a:solidFill>
                </a:rPr>
                <a:t>・従業員登録</a:t>
              </a:r>
              <a:endParaRPr kumimoji="1"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・従業員更新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・従業員削除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F70B876D-9098-3A22-E0DD-1E5279D6DF8F}"/>
              </a:ext>
            </a:extLst>
          </p:cNvPr>
          <p:cNvGrpSpPr/>
          <p:nvPr/>
        </p:nvGrpSpPr>
        <p:grpSpPr>
          <a:xfrm>
            <a:off x="59870" y="3187097"/>
            <a:ext cx="2677886" cy="1880217"/>
            <a:chOff x="59871" y="1635869"/>
            <a:chExt cx="2677886" cy="1880217"/>
          </a:xfrm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48332DB0-8479-7810-692B-B399C8CFD254}"/>
                </a:ext>
              </a:extLst>
            </p:cNvPr>
            <p:cNvSpPr/>
            <p:nvPr/>
          </p:nvSpPr>
          <p:spPr>
            <a:xfrm>
              <a:off x="59871" y="1635869"/>
              <a:ext cx="2677886" cy="592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 部門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EFF409FF-7893-C80F-9C5E-CCC38B5D72B3}"/>
                </a:ext>
              </a:extLst>
            </p:cNvPr>
            <p:cNvSpPr/>
            <p:nvPr/>
          </p:nvSpPr>
          <p:spPr>
            <a:xfrm>
              <a:off x="312964" y="2228535"/>
              <a:ext cx="2171700" cy="12875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noAutofit/>
            </a:bodyPr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・部門一覧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kumimoji="1" lang="ja-JP" altLang="en-US" b="1" dirty="0">
                  <a:solidFill>
                    <a:schemeClr val="bg1"/>
                  </a:solidFill>
                </a:rPr>
                <a:t>・部門登録</a:t>
              </a:r>
              <a:endParaRPr kumimoji="1"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・部門更新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・部門削除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2C4EE012-6748-1A61-319C-42DC17B00CB0}"/>
              </a:ext>
            </a:extLst>
          </p:cNvPr>
          <p:cNvSpPr/>
          <p:nvPr/>
        </p:nvSpPr>
        <p:spPr>
          <a:xfrm>
            <a:off x="2990849" y="740229"/>
            <a:ext cx="8888187" cy="60500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t" anchorCtr="0"/>
          <a:lstStyle/>
          <a:p>
            <a:endParaRPr lang="en-US" altLang="ja-JP" sz="2800" dirty="0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39958D9-3D95-DE7E-21D7-171E8CFCACA5}"/>
              </a:ext>
            </a:extLst>
          </p:cNvPr>
          <p:cNvSpPr/>
          <p:nvPr/>
        </p:nvSpPr>
        <p:spPr>
          <a:xfrm>
            <a:off x="5615667" y="1010547"/>
            <a:ext cx="2930979" cy="5926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</a:rPr>
              <a:t>従業員更新の確認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5664C174-3F7D-461B-C514-90E5CF86EB5F}"/>
              </a:ext>
            </a:extLst>
          </p:cNvPr>
          <p:cNvGrpSpPr/>
          <p:nvPr/>
        </p:nvGrpSpPr>
        <p:grpSpPr>
          <a:xfrm>
            <a:off x="4778828" y="2167080"/>
            <a:ext cx="4604658" cy="2256458"/>
            <a:chOff x="4803322" y="2300771"/>
            <a:chExt cx="4604658" cy="2256458"/>
          </a:xfrm>
        </p:grpSpPr>
        <p:grpSp>
          <p:nvGrpSpPr>
            <p:cNvPr id="31" name="グループ化 30">
              <a:extLst>
                <a:ext uri="{FF2B5EF4-FFF2-40B4-BE49-F238E27FC236}">
                  <a16:creationId xmlns:a16="http://schemas.microsoft.com/office/drawing/2014/main" id="{E8857AEB-775A-4A66-D6FB-221EADDE4790}"/>
                </a:ext>
              </a:extLst>
            </p:cNvPr>
            <p:cNvGrpSpPr/>
            <p:nvPr/>
          </p:nvGrpSpPr>
          <p:grpSpPr>
            <a:xfrm>
              <a:off x="4803322" y="2300771"/>
              <a:ext cx="4604658" cy="690658"/>
              <a:chOff x="4748893" y="1396961"/>
              <a:chExt cx="4604658" cy="690658"/>
            </a:xfrm>
          </p:grpSpPr>
          <p:sp>
            <p:nvSpPr>
              <p:cNvPr id="24" name="正方形/長方形 23">
                <a:extLst>
                  <a:ext uri="{FF2B5EF4-FFF2-40B4-BE49-F238E27FC236}">
                    <a16:creationId xmlns:a16="http://schemas.microsoft.com/office/drawing/2014/main" id="{B0E6E981-6E1D-CEAA-D99D-33B5310B0C67}"/>
                  </a:ext>
                </a:extLst>
              </p:cNvPr>
              <p:cNvSpPr/>
              <p:nvPr/>
            </p:nvSpPr>
            <p:spPr>
              <a:xfrm>
                <a:off x="4748893" y="1396961"/>
                <a:ext cx="1194707" cy="3453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ja-JP" altLang="en-US" dirty="0">
                    <a:solidFill>
                      <a:schemeClr val="tx1"/>
                    </a:solidFill>
                  </a:rPr>
                  <a:t>氏名</a:t>
                </a:r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正方形/長方形 29">
                <a:extLst>
                  <a:ext uri="{FF2B5EF4-FFF2-40B4-BE49-F238E27FC236}">
                    <a16:creationId xmlns:a16="http://schemas.microsoft.com/office/drawing/2014/main" id="{30D54CCB-5B14-D1C4-40F1-A7E1E3347494}"/>
                  </a:ext>
                </a:extLst>
              </p:cNvPr>
              <p:cNvSpPr/>
              <p:nvPr/>
            </p:nvSpPr>
            <p:spPr>
              <a:xfrm>
                <a:off x="4748894" y="1742290"/>
                <a:ext cx="4604657" cy="3453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氏名</a:t>
                </a:r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BFBBCAF5-4DA5-0357-132F-102B7C062023}"/>
                </a:ext>
              </a:extLst>
            </p:cNvPr>
            <p:cNvGrpSpPr/>
            <p:nvPr/>
          </p:nvGrpSpPr>
          <p:grpSpPr>
            <a:xfrm>
              <a:off x="4803322" y="3866572"/>
              <a:ext cx="4604658" cy="690657"/>
              <a:chOff x="4748893" y="1396962"/>
              <a:chExt cx="4604658" cy="690657"/>
            </a:xfrm>
          </p:grpSpPr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127F06E5-8ED1-2BBE-8F40-219E3F79ACC1}"/>
                  </a:ext>
                </a:extLst>
              </p:cNvPr>
              <p:cNvSpPr/>
              <p:nvPr/>
            </p:nvSpPr>
            <p:spPr>
              <a:xfrm>
                <a:off x="4748893" y="1396962"/>
                <a:ext cx="2111828" cy="32071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入社日</a:t>
                </a:r>
                <a:endParaRPr lang="en-US" altLang="ja-JP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CF3F87FA-5168-164C-DA39-ED3079E68766}"/>
                  </a:ext>
                </a:extLst>
              </p:cNvPr>
              <p:cNvSpPr/>
              <p:nvPr/>
            </p:nvSpPr>
            <p:spPr>
              <a:xfrm>
                <a:off x="4748894" y="1742290"/>
                <a:ext cx="4604657" cy="3453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入社日</a:t>
                </a:r>
                <a:endParaRPr lang="en-US" altLang="ja-JP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9FD3F8DD-3012-2845-9A28-1D77846BB068}"/>
                </a:ext>
              </a:extLst>
            </p:cNvPr>
            <p:cNvSpPr/>
            <p:nvPr/>
          </p:nvSpPr>
          <p:spPr>
            <a:xfrm>
              <a:off x="6553200" y="3298403"/>
              <a:ext cx="1055914" cy="592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>
                  <a:solidFill>
                    <a:schemeClr val="tx1"/>
                  </a:solidFill>
                </a:rPr>
                <a:t>～</a:t>
              </a:r>
            </a:p>
          </p:txBody>
        </p:sp>
      </p:grp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93FB42B-CD4F-007D-A10D-D5780B31AAC8}"/>
              </a:ext>
            </a:extLst>
          </p:cNvPr>
          <p:cNvSpPr/>
          <p:nvPr/>
        </p:nvSpPr>
        <p:spPr>
          <a:xfrm>
            <a:off x="5012191" y="5125599"/>
            <a:ext cx="4137932" cy="5926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</a:rPr>
              <a:t>こちらで更新してよろしいでしょうか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27CCF41-BC05-7DC0-EA10-88272613E4D4}"/>
              </a:ext>
            </a:extLst>
          </p:cNvPr>
          <p:cNvSpPr/>
          <p:nvPr/>
        </p:nvSpPr>
        <p:spPr>
          <a:xfrm>
            <a:off x="6096000" y="5957933"/>
            <a:ext cx="1733550" cy="5926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</a:rPr>
              <a:t>更新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4449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5D90ED-9B08-AA9D-91EB-CEE9B722A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8204EF5-33BF-5BAA-9AED-D502D7A95115}"/>
              </a:ext>
            </a:extLst>
          </p:cNvPr>
          <p:cNvSpPr/>
          <p:nvPr/>
        </p:nvSpPr>
        <p:spPr>
          <a:xfrm>
            <a:off x="2857499" y="121548"/>
            <a:ext cx="1981201" cy="5926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tx1"/>
                </a:solidFill>
              </a:rPr>
              <a:t>従業員削除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34E55A8-EE3D-E0C4-E8DA-FA54EF8D3316}"/>
              </a:ext>
            </a:extLst>
          </p:cNvPr>
          <p:cNvSpPr/>
          <p:nvPr/>
        </p:nvSpPr>
        <p:spPr>
          <a:xfrm>
            <a:off x="2857499" y="1010547"/>
            <a:ext cx="2639787" cy="58474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t" anchorCtr="0"/>
          <a:lstStyle/>
          <a:p>
            <a:r>
              <a:rPr lang="ja-JP" altLang="en-US" sz="2800" dirty="0">
                <a:solidFill>
                  <a:schemeClr val="tx1"/>
                </a:solidFill>
              </a:rPr>
              <a:t>・氏名</a:t>
            </a:r>
            <a:endParaRPr lang="en-US" altLang="ja-JP" sz="2800" dirty="0">
              <a:solidFill>
                <a:schemeClr val="tx1"/>
              </a:solidFill>
            </a:endParaRPr>
          </a:p>
          <a:p>
            <a:r>
              <a:rPr lang="ja-JP" altLang="en-US" sz="2800" dirty="0">
                <a:solidFill>
                  <a:schemeClr val="tx1"/>
                </a:solidFill>
              </a:rPr>
              <a:t>・氏名</a:t>
            </a:r>
            <a:endParaRPr lang="en-US" altLang="ja-JP" sz="2800" dirty="0">
              <a:solidFill>
                <a:schemeClr val="tx1"/>
              </a:solidFill>
            </a:endParaRPr>
          </a:p>
          <a:p>
            <a:r>
              <a:rPr lang="ja-JP" altLang="en-US" sz="2800" dirty="0">
                <a:solidFill>
                  <a:schemeClr val="tx1"/>
                </a:solidFill>
              </a:rPr>
              <a:t>・氏名</a:t>
            </a:r>
            <a:endParaRPr lang="en-US" altLang="ja-JP" sz="2800" dirty="0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72762AA-CB8E-2FD2-19B7-417DA26C6BA2}"/>
              </a:ext>
            </a:extLst>
          </p:cNvPr>
          <p:cNvSpPr/>
          <p:nvPr/>
        </p:nvSpPr>
        <p:spPr>
          <a:xfrm>
            <a:off x="-1" y="0"/>
            <a:ext cx="2797629" cy="68580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C0F448A-A4F9-A464-0D0F-8BFE5206BECE}"/>
              </a:ext>
            </a:extLst>
          </p:cNvPr>
          <p:cNvSpPr/>
          <p:nvPr/>
        </p:nvSpPr>
        <p:spPr>
          <a:xfrm>
            <a:off x="59871" y="417881"/>
            <a:ext cx="2677886" cy="592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bg1"/>
                </a:solidFill>
              </a:rPr>
              <a:t>社員情報管理システム</a:t>
            </a: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F16FD110-A92E-9EFD-CFB7-67B14A03B998}"/>
              </a:ext>
            </a:extLst>
          </p:cNvPr>
          <p:cNvGrpSpPr/>
          <p:nvPr/>
        </p:nvGrpSpPr>
        <p:grpSpPr>
          <a:xfrm>
            <a:off x="59871" y="1306880"/>
            <a:ext cx="2677886" cy="1880217"/>
            <a:chOff x="59871" y="1635869"/>
            <a:chExt cx="2677886" cy="1880217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7880E64C-0853-530B-12AA-7253259E9A75}"/>
                </a:ext>
              </a:extLst>
            </p:cNvPr>
            <p:cNvSpPr/>
            <p:nvPr/>
          </p:nvSpPr>
          <p:spPr>
            <a:xfrm>
              <a:off x="59871" y="1635869"/>
              <a:ext cx="2677886" cy="592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 従業員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94702E38-0B28-8A1C-C539-70666E577E7B}"/>
                </a:ext>
              </a:extLst>
            </p:cNvPr>
            <p:cNvSpPr/>
            <p:nvPr/>
          </p:nvSpPr>
          <p:spPr>
            <a:xfrm>
              <a:off x="312964" y="2228535"/>
              <a:ext cx="2171700" cy="12875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noAutofit/>
            </a:bodyPr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・従業員一覧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kumimoji="1" lang="ja-JP" altLang="en-US" b="1" dirty="0">
                  <a:solidFill>
                    <a:schemeClr val="bg1"/>
                  </a:solidFill>
                </a:rPr>
                <a:t>・従業員登録</a:t>
              </a:r>
              <a:endParaRPr kumimoji="1"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・従業員更新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・従業員削除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FCA42E0D-4A95-438D-F1D6-E910AE926830}"/>
              </a:ext>
            </a:extLst>
          </p:cNvPr>
          <p:cNvGrpSpPr/>
          <p:nvPr/>
        </p:nvGrpSpPr>
        <p:grpSpPr>
          <a:xfrm>
            <a:off x="59870" y="3187097"/>
            <a:ext cx="2677886" cy="1880217"/>
            <a:chOff x="59871" y="1635869"/>
            <a:chExt cx="2677886" cy="1880217"/>
          </a:xfrm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270EACDF-B129-6BBC-4915-D4E8CD86DBE9}"/>
                </a:ext>
              </a:extLst>
            </p:cNvPr>
            <p:cNvSpPr/>
            <p:nvPr/>
          </p:nvSpPr>
          <p:spPr>
            <a:xfrm>
              <a:off x="59871" y="1635869"/>
              <a:ext cx="2677886" cy="592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 部門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66C45EC7-C8DB-1409-2B90-DEF13C40ECE5}"/>
                </a:ext>
              </a:extLst>
            </p:cNvPr>
            <p:cNvSpPr/>
            <p:nvPr/>
          </p:nvSpPr>
          <p:spPr>
            <a:xfrm>
              <a:off x="312964" y="2228535"/>
              <a:ext cx="2171700" cy="12875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noAutofit/>
            </a:bodyPr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・部門一覧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kumimoji="1" lang="ja-JP" altLang="en-US" b="1" dirty="0">
                  <a:solidFill>
                    <a:schemeClr val="bg1"/>
                  </a:solidFill>
                </a:rPr>
                <a:t>・部門登録</a:t>
              </a:r>
              <a:endParaRPr kumimoji="1"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・部門更新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・部門削除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A0FD286-5246-F49B-39D1-D8B186E34D6B}"/>
              </a:ext>
            </a:extLst>
          </p:cNvPr>
          <p:cNvSpPr/>
          <p:nvPr/>
        </p:nvSpPr>
        <p:spPr>
          <a:xfrm>
            <a:off x="6096000" y="1010547"/>
            <a:ext cx="5783036" cy="57797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t" anchorCtr="0"/>
          <a:lstStyle/>
          <a:p>
            <a:endParaRPr lang="en-US" altLang="ja-JP" sz="2800" dirty="0">
              <a:solidFill>
                <a:schemeClr val="tx1"/>
              </a:solidFill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AD2468B9-0913-F483-47F9-BBE58A759050}"/>
              </a:ext>
            </a:extLst>
          </p:cNvPr>
          <p:cNvSpPr/>
          <p:nvPr/>
        </p:nvSpPr>
        <p:spPr>
          <a:xfrm>
            <a:off x="6400800" y="1323197"/>
            <a:ext cx="1981201" cy="5926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氏名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3BEE5A8-0C3B-FB50-9F97-91DE5D3B2F51}"/>
              </a:ext>
            </a:extLst>
          </p:cNvPr>
          <p:cNvSpPr/>
          <p:nvPr/>
        </p:nvSpPr>
        <p:spPr>
          <a:xfrm>
            <a:off x="6498772" y="2357340"/>
            <a:ext cx="4844142" cy="3177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社員</a:t>
            </a:r>
            <a:r>
              <a:rPr lang="en-US" altLang="ja-JP" dirty="0">
                <a:solidFill>
                  <a:schemeClr val="tx1"/>
                </a:solidFill>
              </a:rPr>
              <a:t>ID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kumimoji="1" lang="ja-JP" altLang="en-US" dirty="0">
                <a:solidFill>
                  <a:schemeClr val="tx1"/>
                </a:solidFill>
              </a:rPr>
              <a:t>社員番号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部門</a:t>
            </a:r>
            <a:r>
              <a:rPr lang="en-US" altLang="ja-JP" dirty="0">
                <a:solidFill>
                  <a:schemeClr val="tx1"/>
                </a:solidFill>
              </a:rPr>
              <a:t>ID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kumimoji="1" lang="ja-JP" altLang="en-US" dirty="0">
                <a:solidFill>
                  <a:schemeClr val="tx1"/>
                </a:solidFill>
              </a:rPr>
              <a:t>生年月日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メールアドレス</a:t>
            </a:r>
            <a:endParaRPr lang="en-US" altLang="ja-JP" dirty="0">
              <a:solidFill>
                <a:schemeClr val="tx1"/>
              </a:solidFill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入社日</a:t>
            </a:r>
            <a:endParaRPr lang="en-US" altLang="ja-JP" dirty="0">
              <a:solidFill>
                <a:schemeClr val="tx1"/>
              </a:solidFill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在籍状態</a:t>
            </a:r>
            <a:endParaRPr lang="en-US" altLang="ja-JP" dirty="0">
              <a:solidFill>
                <a:schemeClr val="tx1"/>
              </a:solidFill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登録日時</a:t>
            </a:r>
            <a:endParaRPr lang="en-US" altLang="ja-JP" dirty="0">
              <a:solidFill>
                <a:schemeClr val="tx1"/>
              </a:solidFill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登録者</a:t>
            </a:r>
            <a:r>
              <a:rPr lang="en-US" altLang="ja-JP" dirty="0">
                <a:solidFill>
                  <a:schemeClr val="tx1"/>
                </a:solidFill>
              </a:rPr>
              <a:t>ID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更新日時</a:t>
            </a:r>
            <a:endParaRPr lang="en-US" altLang="ja-JP" dirty="0">
              <a:solidFill>
                <a:schemeClr val="tx1"/>
              </a:solidFill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更新者</a:t>
            </a:r>
            <a:r>
              <a:rPr lang="en-US" altLang="ja-JP" dirty="0">
                <a:solidFill>
                  <a:schemeClr val="tx1"/>
                </a:solidFill>
              </a:rPr>
              <a:t>ID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A9CB7E7-AA86-6246-803F-C8E85AB60165}"/>
              </a:ext>
            </a:extLst>
          </p:cNvPr>
          <p:cNvSpPr/>
          <p:nvPr/>
        </p:nvSpPr>
        <p:spPr>
          <a:xfrm>
            <a:off x="8813346" y="1323197"/>
            <a:ext cx="2529568" cy="5926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tx1"/>
                </a:solidFill>
              </a:rPr>
              <a:t>この従業員を削除する</a:t>
            </a:r>
          </a:p>
        </p:txBody>
      </p:sp>
    </p:spTree>
    <p:extLst>
      <p:ext uri="{BB962C8B-B14F-4D97-AF65-F5344CB8AC3E}">
        <p14:creationId xmlns:p14="http://schemas.microsoft.com/office/powerpoint/2010/main" val="453001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C7FE16-1C71-3E21-9D31-1C4D8BB31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33FE3C2-1AB1-2DBA-40D3-58E66AF83F27}"/>
              </a:ext>
            </a:extLst>
          </p:cNvPr>
          <p:cNvSpPr/>
          <p:nvPr/>
        </p:nvSpPr>
        <p:spPr>
          <a:xfrm>
            <a:off x="2990849" y="98567"/>
            <a:ext cx="1981201" cy="5926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</a:rPr>
              <a:t>従業員削除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04C9C69-28AF-2A5E-0A7F-3910F1A729F3}"/>
              </a:ext>
            </a:extLst>
          </p:cNvPr>
          <p:cNvSpPr/>
          <p:nvPr/>
        </p:nvSpPr>
        <p:spPr>
          <a:xfrm>
            <a:off x="-1" y="0"/>
            <a:ext cx="2797629" cy="68580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3267D7C-ED1C-D2EF-7E7D-4A43F4F80503}"/>
              </a:ext>
            </a:extLst>
          </p:cNvPr>
          <p:cNvSpPr/>
          <p:nvPr/>
        </p:nvSpPr>
        <p:spPr>
          <a:xfrm>
            <a:off x="59871" y="417881"/>
            <a:ext cx="2677886" cy="592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bg1"/>
                </a:solidFill>
              </a:rPr>
              <a:t>社員情報管理システム</a:t>
            </a: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91EE77C4-C78C-0F7C-E9A7-17BE023E9B18}"/>
              </a:ext>
            </a:extLst>
          </p:cNvPr>
          <p:cNvGrpSpPr/>
          <p:nvPr/>
        </p:nvGrpSpPr>
        <p:grpSpPr>
          <a:xfrm>
            <a:off x="59871" y="1306880"/>
            <a:ext cx="2677886" cy="1880217"/>
            <a:chOff x="59871" y="1635869"/>
            <a:chExt cx="2677886" cy="1880217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9E03250A-1A9F-7408-59B6-99FCA1A2DDBC}"/>
                </a:ext>
              </a:extLst>
            </p:cNvPr>
            <p:cNvSpPr/>
            <p:nvPr/>
          </p:nvSpPr>
          <p:spPr>
            <a:xfrm>
              <a:off x="59871" y="1635869"/>
              <a:ext cx="2677886" cy="592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 従業員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8F1F2E18-8089-FC51-50D0-19C343CDF3E5}"/>
                </a:ext>
              </a:extLst>
            </p:cNvPr>
            <p:cNvSpPr/>
            <p:nvPr/>
          </p:nvSpPr>
          <p:spPr>
            <a:xfrm>
              <a:off x="312964" y="2228535"/>
              <a:ext cx="2171700" cy="12875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noAutofit/>
            </a:bodyPr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・従業員一覧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kumimoji="1" lang="ja-JP" altLang="en-US" b="1" dirty="0">
                  <a:solidFill>
                    <a:schemeClr val="bg1"/>
                  </a:solidFill>
                </a:rPr>
                <a:t>・従業員登録</a:t>
              </a:r>
              <a:endParaRPr kumimoji="1"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・従業員更新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・従業員削除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30EA0EA2-5888-85AE-A09F-C0F43399FFF7}"/>
              </a:ext>
            </a:extLst>
          </p:cNvPr>
          <p:cNvGrpSpPr/>
          <p:nvPr/>
        </p:nvGrpSpPr>
        <p:grpSpPr>
          <a:xfrm>
            <a:off x="59870" y="3187097"/>
            <a:ext cx="2677886" cy="1880217"/>
            <a:chOff x="59871" y="1635869"/>
            <a:chExt cx="2677886" cy="1880217"/>
          </a:xfrm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F6CF167C-C455-3F30-FFCB-9994BA5CE1D7}"/>
                </a:ext>
              </a:extLst>
            </p:cNvPr>
            <p:cNvSpPr/>
            <p:nvPr/>
          </p:nvSpPr>
          <p:spPr>
            <a:xfrm>
              <a:off x="59871" y="1635869"/>
              <a:ext cx="2677886" cy="592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 部門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C37E4A0D-383E-F7BE-95C2-A503A0A1661F}"/>
                </a:ext>
              </a:extLst>
            </p:cNvPr>
            <p:cNvSpPr/>
            <p:nvPr/>
          </p:nvSpPr>
          <p:spPr>
            <a:xfrm>
              <a:off x="312964" y="2228535"/>
              <a:ext cx="2171700" cy="12875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noAutofit/>
            </a:bodyPr>
            <a:lstStyle/>
            <a:p>
              <a:r>
                <a:rPr lang="ja-JP" altLang="en-US" b="1" dirty="0">
                  <a:solidFill>
                    <a:schemeClr val="bg1"/>
                  </a:solidFill>
                </a:rPr>
                <a:t>・部門一覧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kumimoji="1" lang="ja-JP" altLang="en-US" b="1" dirty="0">
                  <a:solidFill>
                    <a:schemeClr val="bg1"/>
                  </a:solidFill>
                </a:rPr>
                <a:t>・部門登録</a:t>
              </a:r>
              <a:endParaRPr kumimoji="1"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・部門更新</a:t>
              </a:r>
              <a:endParaRPr lang="en-US" altLang="ja-JP" b="1" dirty="0">
                <a:solidFill>
                  <a:schemeClr val="bg1"/>
                </a:solidFill>
              </a:endParaRPr>
            </a:p>
            <a:p>
              <a:r>
                <a:rPr lang="ja-JP" altLang="en-US" b="1" dirty="0">
                  <a:solidFill>
                    <a:schemeClr val="bg1"/>
                  </a:solidFill>
                </a:rPr>
                <a:t>・部門削除</a:t>
              </a:r>
              <a:endParaRPr kumimoji="1" lang="ja-JP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DA09CC6C-152F-979C-A93B-B8E1B72E5C7B}"/>
              </a:ext>
            </a:extLst>
          </p:cNvPr>
          <p:cNvSpPr/>
          <p:nvPr/>
        </p:nvSpPr>
        <p:spPr>
          <a:xfrm>
            <a:off x="2990849" y="740229"/>
            <a:ext cx="8888187" cy="60500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t" anchorCtr="0"/>
          <a:lstStyle/>
          <a:p>
            <a:endParaRPr lang="en-US" altLang="ja-JP" sz="2800" dirty="0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5A6B547-798A-A467-3BDC-96D40BD1BA75}"/>
              </a:ext>
            </a:extLst>
          </p:cNvPr>
          <p:cNvSpPr/>
          <p:nvPr/>
        </p:nvSpPr>
        <p:spPr>
          <a:xfrm>
            <a:off x="5615667" y="1010547"/>
            <a:ext cx="2930979" cy="5926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</a:rPr>
              <a:t>従業員削除の確認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1BFE9757-6761-9053-3630-4E2DA449C696}"/>
              </a:ext>
            </a:extLst>
          </p:cNvPr>
          <p:cNvGrpSpPr/>
          <p:nvPr/>
        </p:nvGrpSpPr>
        <p:grpSpPr>
          <a:xfrm>
            <a:off x="4778828" y="2167080"/>
            <a:ext cx="4604658" cy="2256458"/>
            <a:chOff x="4803322" y="2300771"/>
            <a:chExt cx="4604658" cy="2256458"/>
          </a:xfrm>
        </p:grpSpPr>
        <p:grpSp>
          <p:nvGrpSpPr>
            <p:cNvPr id="31" name="グループ化 30">
              <a:extLst>
                <a:ext uri="{FF2B5EF4-FFF2-40B4-BE49-F238E27FC236}">
                  <a16:creationId xmlns:a16="http://schemas.microsoft.com/office/drawing/2014/main" id="{D51995B5-2356-FC1F-C283-9E311AB1BD62}"/>
                </a:ext>
              </a:extLst>
            </p:cNvPr>
            <p:cNvGrpSpPr/>
            <p:nvPr/>
          </p:nvGrpSpPr>
          <p:grpSpPr>
            <a:xfrm>
              <a:off x="4803322" y="2300771"/>
              <a:ext cx="4604658" cy="690658"/>
              <a:chOff x="4748893" y="1396961"/>
              <a:chExt cx="4604658" cy="690658"/>
            </a:xfrm>
          </p:grpSpPr>
          <p:sp>
            <p:nvSpPr>
              <p:cNvPr id="24" name="正方形/長方形 23">
                <a:extLst>
                  <a:ext uri="{FF2B5EF4-FFF2-40B4-BE49-F238E27FC236}">
                    <a16:creationId xmlns:a16="http://schemas.microsoft.com/office/drawing/2014/main" id="{334C09A9-5A55-B7AA-BF1F-59412F3F4A70}"/>
                  </a:ext>
                </a:extLst>
              </p:cNvPr>
              <p:cNvSpPr/>
              <p:nvPr/>
            </p:nvSpPr>
            <p:spPr>
              <a:xfrm>
                <a:off x="4748893" y="1396961"/>
                <a:ext cx="1194707" cy="3453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ja-JP" altLang="en-US" dirty="0">
                    <a:solidFill>
                      <a:schemeClr val="tx1"/>
                    </a:solidFill>
                  </a:rPr>
                  <a:t>氏名</a:t>
                </a:r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正方形/長方形 29">
                <a:extLst>
                  <a:ext uri="{FF2B5EF4-FFF2-40B4-BE49-F238E27FC236}">
                    <a16:creationId xmlns:a16="http://schemas.microsoft.com/office/drawing/2014/main" id="{E0BF31D7-B6B2-5C00-DE8A-05348FE7E29F}"/>
                  </a:ext>
                </a:extLst>
              </p:cNvPr>
              <p:cNvSpPr/>
              <p:nvPr/>
            </p:nvSpPr>
            <p:spPr>
              <a:xfrm>
                <a:off x="4748894" y="1742290"/>
                <a:ext cx="4604657" cy="3453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氏名</a:t>
                </a:r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0626A04A-2108-5ABD-0B19-E45DDF9C999C}"/>
                </a:ext>
              </a:extLst>
            </p:cNvPr>
            <p:cNvGrpSpPr/>
            <p:nvPr/>
          </p:nvGrpSpPr>
          <p:grpSpPr>
            <a:xfrm>
              <a:off x="4803322" y="3866572"/>
              <a:ext cx="4604658" cy="690657"/>
              <a:chOff x="4748893" y="1396962"/>
              <a:chExt cx="4604658" cy="690657"/>
            </a:xfrm>
          </p:grpSpPr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12552E56-321E-9A25-62C5-96602DB919F7}"/>
                  </a:ext>
                </a:extLst>
              </p:cNvPr>
              <p:cNvSpPr/>
              <p:nvPr/>
            </p:nvSpPr>
            <p:spPr>
              <a:xfrm>
                <a:off x="4748893" y="1396962"/>
                <a:ext cx="2111828" cy="32071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入社日</a:t>
                </a:r>
                <a:endParaRPr lang="en-US" altLang="ja-JP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A69C8434-9072-606B-2986-7A3592FF2124}"/>
                  </a:ext>
                </a:extLst>
              </p:cNvPr>
              <p:cNvSpPr/>
              <p:nvPr/>
            </p:nvSpPr>
            <p:spPr>
              <a:xfrm>
                <a:off x="4748894" y="1742290"/>
                <a:ext cx="4604657" cy="3453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800"/>
                  </a:spcBef>
                  <a:spcAft>
                    <a:spcPts val="800"/>
                  </a:spcAft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入社日</a:t>
                </a:r>
                <a:endParaRPr lang="en-US" altLang="ja-JP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6DEC6CAF-1134-874D-4B25-8721E514274C}"/>
                </a:ext>
              </a:extLst>
            </p:cNvPr>
            <p:cNvSpPr/>
            <p:nvPr/>
          </p:nvSpPr>
          <p:spPr>
            <a:xfrm>
              <a:off x="6553200" y="3298403"/>
              <a:ext cx="1055914" cy="592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>
                  <a:solidFill>
                    <a:schemeClr val="tx1"/>
                  </a:solidFill>
                </a:rPr>
                <a:t>～</a:t>
              </a:r>
            </a:p>
          </p:txBody>
        </p:sp>
      </p:grp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3904287-4E17-68C7-D33A-DD8D4A04545C}"/>
              </a:ext>
            </a:extLst>
          </p:cNvPr>
          <p:cNvSpPr/>
          <p:nvPr/>
        </p:nvSpPr>
        <p:spPr>
          <a:xfrm>
            <a:off x="5012191" y="5125599"/>
            <a:ext cx="4137932" cy="5926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</a:rPr>
              <a:t>こちらを削除してよろしいでしょうか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B0930DC-339F-4F68-D91C-45FC425457B8}"/>
              </a:ext>
            </a:extLst>
          </p:cNvPr>
          <p:cNvSpPr/>
          <p:nvPr/>
        </p:nvSpPr>
        <p:spPr>
          <a:xfrm>
            <a:off x="6096000" y="5957933"/>
            <a:ext cx="1733550" cy="5926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tx1"/>
                </a:solidFill>
              </a:rPr>
              <a:t>削除</a:t>
            </a:r>
          </a:p>
        </p:txBody>
      </p:sp>
    </p:spTree>
    <p:extLst>
      <p:ext uri="{BB962C8B-B14F-4D97-AF65-F5344CB8AC3E}">
        <p14:creationId xmlns:p14="http://schemas.microsoft.com/office/powerpoint/2010/main" val="1743003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1771</TotalTime>
  <Words>413</Words>
  <Application>Microsoft Office PowerPoint</Application>
  <PresentationFormat>ワイド画面</PresentationFormat>
  <Paragraphs>173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渡邉 陽太</dc:creator>
  <cp:lastModifiedBy>渡邉 陽太</cp:lastModifiedBy>
  <cp:revision>1</cp:revision>
  <dcterms:created xsi:type="dcterms:W3CDTF">2026-05-20T06:44:05Z</dcterms:created>
  <dcterms:modified xsi:type="dcterms:W3CDTF">2026-05-28T00:11:54Z</dcterms:modified>
</cp:coreProperties>
</file>